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notesMasterIdLst>
    <p:notesMasterId r:id="rId14"/>
  </p:notesMasterIdLst>
  <p:sldIdLst>
    <p:sldId id="2145706711" r:id="rId6"/>
    <p:sldId id="2145706702" r:id="rId7"/>
    <p:sldId id="256" r:id="rId8"/>
    <p:sldId id="258" r:id="rId9"/>
    <p:sldId id="261" r:id="rId10"/>
    <p:sldId id="259" r:id="rId11"/>
    <p:sldId id="262" r:id="rId12"/>
    <p:sldId id="2145706708" r:id="rId13"/>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presProps" Target="presProps.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4DE8CD-2E3C-4F63-B476-889932B74E77}" type="datetimeFigureOut">
              <a:rPr lang="pt-BR" smtClean="0"/>
              <a:t>22/04/2026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B43BDC-5C15-43B1-AB8D-BC19D8EE2C31}" type="slidenum">
              <a:rPr lang="pt-BR" smtClean="0"/>
              <a:t>‹nº›</a:t>
            </a:fld>
            <a:endParaRPr lang="pt-BR"/>
          </a:p>
        </p:txBody>
      </p:sp>
    </p:spTree>
    <p:extLst>
      <p:ext uri="{BB962C8B-B14F-4D97-AF65-F5344CB8AC3E}">
        <p14:creationId xmlns:p14="http://schemas.microsoft.com/office/powerpoint/2010/main" val="26532391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2BEBC-1AC0-A93C-2EAC-290695903B7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D38F4B2-CFE7-7975-DAE1-A87ADF89AEED}"/>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C50900D7-9479-F275-23C3-D4147AA61A9D}"/>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C855B841-01C3-0BEA-B22F-8C9AFA92A9E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A42094-D682-4E27-9F8E-FE4844D3D9E2}" type="slidenum">
              <a:rPr kumimoji="0" lang="pt-B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pt-BR"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358832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9BB43BDC-5C15-43B1-AB8D-BC19D8EE2C31}" type="slidenum">
              <a:rPr lang="pt-BR" smtClean="0"/>
              <a:t>7</a:t>
            </a:fld>
            <a:endParaRPr lang="pt-BR"/>
          </a:p>
        </p:txBody>
      </p:sp>
    </p:spTree>
    <p:extLst>
      <p:ext uri="{BB962C8B-B14F-4D97-AF65-F5344CB8AC3E}">
        <p14:creationId xmlns:p14="http://schemas.microsoft.com/office/powerpoint/2010/main" val="37509246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15C077-D998-5C74-AE7D-88D5859D060D}"/>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2F4C1AD1-8EC2-7322-6995-4E9D6034F8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C1541417-EBED-AAA0-3208-45FF1D7FC242}"/>
              </a:ext>
            </a:extLst>
          </p:cNvPr>
          <p:cNvSpPr>
            <a:spLocks noGrp="1"/>
          </p:cNvSpPr>
          <p:nvPr>
            <p:ph type="dt" sz="half" idx="10"/>
          </p:nvPr>
        </p:nvSpPr>
        <p:spPr/>
        <p:txBody>
          <a:bodyPr/>
          <a:lstStyle/>
          <a:p>
            <a:fld id="{52C4D11E-7E80-4DA0-A240-CA546594678D}" type="datetimeFigureOut">
              <a:rPr lang="pt-BR" smtClean="0"/>
              <a:t>22/04/2026</a:t>
            </a:fld>
            <a:endParaRPr lang="pt-BR"/>
          </a:p>
        </p:txBody>
      </p:sp>
      <p:sp>
        <p:nvSpPr>
          <p:cNvPr id="5" name="Espaço Reservado para Rodapé 4">
            <a:extLst>
              <a:ext uri="{FF2B5EF4-FFF2-40B4-BE49-F238E27FC236}">
                <a16:creationId xmlns:a16="http://schemas.microsoft.com/office/drawing/2014/main" id="{3D564FEF-91B7-86AA-B971-7BABD6E0721C}"/>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9A43FD21-637A-3D81-DB3A-430E774E6110}"/>
              </a:ext>
            </a:extLst>
          </p:cNvPr>
          <p:cNvSpPr>
            <a:spLocks noGrp="1"/>
          </p:cNvSpPr>
          <p:nvPr>
            <p:ph type="sldNum" sz="quarter" idx="12"/>
          </p:nvPr>
        </p:nvSpPr>
        <p:spPr/>
        <p:txBody>
          <a:bodyPr/>
          <a:lstStyle/>
          <a:p>
            <a:fld id="{86E5028B-FFCD-40AB-ACC8-EBC84281658C}" type="slidenum">
              <a:rPr lang="pt-BR" smtClean="0"/>
              <a:t>‹nº›</a:t>
            </a:fld>
            <a:endParaRPr lang="pt-BR"/>
          </a:p>
        </p:txBody>
      </p:sp>
    </p:spTree>
    <p:extLst>
      <p:ext uri="{BB962C8B-B14F-4D97-AF65-F5344CB8AC3E}">
        <p14:creationId xmlns:p14="http://schemas.microsoft.com/office/powerpoint/2010/main" val="1702432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83BF40-7DA1-7DC7-646D-C42A4DDBA4F0}"/>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C5A600A2-D4D6-7145-20E2-F5BF61D4A02F}"/>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3F460A83-5BF1-DDE3-5FA5-494483DB5D9B}"/>
              </a:ext>
            </a:extLst>
          </p:cNvPr>
          <p:cNvSpPr>
            <a:spLocks noGrp="1"/>
          </p:cNvSpPr>
          <p:nvPr>
            <p:ph type="dt" sz="half" idx="10"/>
          </p:nvPr>
        </p:nvSpPr>
        <p:spPr/>
        <p:txBody>
          <a:bodyPr/>
          <a:lstStyle/>
          <a:p>
            <a:fld id="{52C4D11E-7E80-4DA0-A240-CA546594678D}" type="datetimeFigureOut">
              <a:rPr lang="pt-BR" smtClean="0"/>
              <a:t>22/04/2026</a:t>
            </a:fld>
            <a:endParaRPr lang="pt-BR"/>
          </a:p>
        </p:txBody>
      </p:sp>
      <p:sp>
        <p:nvSpPr>
          <p:cNvPr id="5" name="Espaço Reservado para Rodapé 4">
            <a:extLst>
              <a:ext uri="{FF2B5EF4-FFF2-40B4-BE49-F238E27FC236}">
                <a16:creationId xmlns:a16="http://schemas.microsoft.com/office/drawing/2014/main" id="{1537B18F-E029-18F8-60F9-835FFCE3B1AE}"/>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A3E781CC-2FF3-6E51-E188-ABAB9E0F46D2}"/>
              </a:ext>
            </a:extLst>
          </p:cNvPr>
          <p:cNvSpPr>
            <a:spLocks noGrp="1"/>
          </p:cNvSpPr>
          <p:nvPr>
            <p:ph type="sldNum" sz="quarter" idx="12"/>
          </p:nvPr>
        </p:nvSpPr>
        <p:spPr/>
        <p:txBody>
          <a:bodyPr/>
          <a:lstStyle/>
          <a:p>
            <a:fld id="{86E5028B-FFCD-40AB-ACC8-EBC84281658C}" type="slidenum">
              <a:rPr lang="pt-BR" smtClean="0"/>
              <a:t>‹nº›</a:t>
            </a:fld>
            <a:endParaRPr lang="pt-BR"/>
          </a:p>
        </p:txBody>
      </p:sp>
    </p:spTree>
    <p:extLst>
      <p:ext uri="{BB962C8B-B14F-4D97-AF65-F5344CB8AC3E}">
        <p14:creationId xmlns:p14="http://schemas.microsoft.com/office/powerpoint/2010/main" val="2911234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0CAA8A-BDDD-0932-3EA4-E2DFD889AC3C}"/>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9C4C87EB-1A03-E711-75CE-B7D5C39D06B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E30C6DEF-3BF7-4472-A243-411C93F37892}"/>
              </a:ext>
            </a:extLst>
          </p:cNvPr>
          <p:cNvSpPr>
            <a:spLocks noGrp="1"/>
          </p:cNvSpPr>
          <p:nvPr>
            <p:ph type="dt" sz="half" idx="10"/>
          </p:nvPr>
        </p:nvSpPr>
        <p:spPr/>
        <p:txBody>
          <a:bodyPr/>
          <a:lstStyle/>
          <a:p>
            <a:fld id="{52C4D11E-7E80-4DA0-A240-CA546594678D}" type="datetimeFigureOut">
              <a:rPr lang="pt-BR" smtClean="0"/>
              <a:t>22/04/2026</a:t>
            </a:fld>
            <a:endParaRPr lang="pt-BR"/>
          </a:p>
        </p:txBody>
      </p:sp>
      <p:sp>
        <p:nvSpPr>
          <p:cNvPr id="5" name="Espaço Reservado para Rodapé 4">
            <a:extLst>
              <a:ext uri="{FF2B5EF4-FFF2-40B4-BE49-F238E27FC236}">
                <a16:creationId xmlns:a16="http://schemas.microsoft.com/office/drawing/2014/main" id="{7B9A230B-03A5-F83B-C6AA-FD287A233934}"/>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160056F8-7A8B-22B0-0F1D-17C31C842FB9}"/>
              </a:ext>
            </a:extLst>
          </p:cNvPr>
          <p:cNvSpPr>
            <a:spLocks noGrp="1"/>
          </p:cNvSpPr>
          <p:nvPr>
            <p:ph type="sldNum" sz="quarter" idx="12"/>
          </p:nvPr>
        </p:nvSpPr>
        <p:spPr/>
        <p:txBody>
          <a:bodyPr/>
          <a:lstStyle/>
          <a:p>
            <a:fld id="{86E5028B-FFCD-40AB-ACC8-EBC84281658C}" type="slidenum">
              <a:rPr lang="pt-BR" smtClean="0"/>
              <a:t>‹nº›</a:t>
            </a:fld>
            <a:endParaRPr lang="pt-BR"/>
          </a:p>
        </p:txBody>
      </p:sp>
    </p:spTree>
    <p:extLst>
      <p:ext uri="{BB962C8B-B14F-4D97-AF65-F5344CB8AC3E}">
        <p14:creationId xmlns:p14="http://schemas.microsoft.com/office/powerpoint/2010/main" val="17844004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F95864-033E-EF45-F7A9-EE0204681400}"/>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96CF8E64-E7DE-ADD8-75D2-57E8964B6C55}"/>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F9ACC8AE-FF1C-BFE2-94F6-0930DB8CC5D8}"/>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71227018-ABB4-A6D4-D848-C88C45A27031}"/>
              </a:ext>
            </a:extLst>
          </p:cNvPr>
          <p:cNvSpPr>
            <a:spLocks noGrp="1"/>
          </p:cNvSpPr>
          <p:nvPr>
            <p:ph type="dt" sz="half" idx="10"/>
          </p:nvPr>
        </p:nvSpPr>
        <p:spPr/>
        <p:txBody>
          <a:bodyPr/>
          <a:lstStyle/>
          <a:p>
            <a:fld id="{52C4D11E-7E80-4DA0-A240-CA546594678D}" type="datetimeFigureOut">
              <a:rPr lang="pt-BR" smtClean="0"/>
              <a:t>22/04/2026</a:t>
            </a:fld>
            <a:endParaRPr lang="pt-BR"/>
          </a:p>
        </p:txBody>
      </p:sp>
      <p:sp>
        <p:nvSpPr>
          <p:cNvPr id="6" name="Espaço Reservado para Rodapé 5">
            <a:extLst>
              <a:ext uri="{FF2B5EF4-FFF2-40B4-BE49-F238E27FC236}">
                <a16:creationId xmlns:a16="http://schemas.microsoft.com/office/drawing/2014/main" id="{6E6341D5-1907-484E-9C66-9969058567E8}"/>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AB841977-E043-B587-5616-455B3BE6E985}"/>
              </a:ext>
            </a:extLst>
          </p:cNvPr>
          <p:cNvSpPr>
            <a:spLocks noGrp="1"/>
          </p:cNvSpPr>
          <p:nvPr>
            <p:ph type="sldNum" sz="quarter" idx="12"/>
          </p:nvPr>
        </p:nvSpPr>
        <p:spPr/>
        <p:txBody>
          <a:bodyPr/>
          <a:lstStyle/>
          <a:p>
            <a:fld id="{86E5028B-FFCD-40AB-ACC8-EBC84281658C}" type="slidenum">
              <a:rPr lang="pt-BR" smtClean="0"/>
              <a:t>‹nº›</a:t>
            </a:fld>
            <a:endParaRPr lang="pt-BR"/>
          </a:p>
        </p:txBody>
      </p:sp>
    </p:spTree>
    <p:extLst>
      <p:ext uri="{BB962C8B-B14F-4D97-AF65-F5344CB8AC3E}">
        <p14:creationId xmlns:p14="http://schemas.microsoft.com/office/powerpoint/2010/main" val="21839082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9283E0-BDB3-09EA-6034-BB1E56ADA591}"/>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FAFB610C-6D02-0A44-A2D0-FF833D4649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210FF8E7-9416-E5A9-8AA1-A2DC8F6BB4FA}"/>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4592CA86-AD3F-0854-126E-5314859C1B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5E328FB5-5A38-0BB4-9A8A-338D67AE7917}"/>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490A51B6-6ABB-5052-4A69-3B923BE0DBD4}"/>
              </a:ext>
            </a:extLst>
          </p:cNvPr>
          <p:cNvSpPr>
            <a:spLocks noGrp="1"/>
          </p:cNvSpPr>
          <p:nvPr>
            <p:ph type="dt" sz="half" idx="10"/>
          </p:nvPr>
        </p:nvSpPr>
        <p:spPr/>
        <p:txBody>
          <a:bodyPr/>
          <a:lstStyle/>
          <a:p>
            <a:fld id="{52C4D11E-7E80-4DA0-A240-CA546594678D}" type="datetimeFigureOut">
              <a:rPr lang="pt-BR" smtClean="0"/>
              <a:t>22/04/2026</a:t>
            </a:fld>
            <a:endParaRPr lang="pt-BR"/>
          </a:p>
        </p:txBody>
      </p:sp>
      <p:sp>
        <p:nvSpPr>
          <p:cNvPr id="8" name="Espaço Reservado para Rodapé 7">
            <a:extLst>
              <a:ext uri="{FF2B5EF4-FFF2-40B4-BE49-F238E27FC236}">
                <a16:creationId xmlns:a16="http://schemas.microsoft.com/office/drawing/2014/main" id="{63EC3D7E-BA76-0FF1-64B8-FEE80C0F227F}"/>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1C3C1C3A-D310-EE81-932B-5675E600ABB5}"/>
              </a:ext>
            </a:extLst>
          </p:cNvPr>
          <p:cNvSpPr>
            <a:spLocks noGrp="1"/>
          </p:cNvSpPr>
          <p:nvPr>
            <p:ph type="sldNum" sz="quarter" idx="12"/>
          </p:nvPr>
        </p:nvSpPr>
        <p:spPr/>
        <p:txBody>
          <a:bodyPr/>
          <a:lstStyle/>
          <a:p>
            <a:fld id="{86E5028B-FFCD-40AB-ACC8-EBC84281658C}" type="slidenum">
              <a:rPr lang="pt-BR" smtClean="0"/>
              <a:t>‹nº›</a:t>
            </a:fld>
            <a:endParaRPr lang="pt-BR"/>
          </a:p>
        </p:txBody>
      </p:sp>
    </p:spTree>
    <p:extLst>
      <p:ext uri="{BB962C8B-B14F-4D97-AF65-F5344CB8AC3E}">
        <p14:creationId xmlns:p14="http://schemas.microsoft.com/office/powerpoint/2010/main" val="369486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4057BF-68CB-47A4-D9EA-C15CB472DE25}"/>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817D6E7C-5742-3A04-22E0-99FB53A58A99}"/>
              </a:ext>
            </a:extLst>
          </p:cNvPr>
          <p:cNvSpPr>
            <a:spLocks noGrp="1"/>
          </p:cNvSpPr>
          <p:nvPr>
            <p:ph type="dt" sz="half" idx="10"/>
          </p:nvPr>
        </p:nvSpPr>
        <p:spPr/>
        <p:txBody>
          <a:bodyPr/>
          <a:lstStyle/>
          <a:p>
            <a:fld id="{52C4D11E-7E80-4DA0-A240-CA546594678D}" type="datetimeFigureOut">
              <a:rPr lang="pt-BR" smtClean="0"/>
              <a:t>22/04/2026</a:t>
            </a:fld>
            <a:endParaRPr lang="pt-BR"/>
          </a:p>
        </p:txBody>
      </p:sp>
      <p:sp>
        <p:nvSpPr>
          <p:cNvPr id="4" name="Espaço Reservado para Rodapé 3">
            <a:extLst>
              <a:ext uri="{FF2B5EF4-FFF2-40B4-BE49-F238E27FC236}">
                <a16:creationId xmlns:a16="http://schemas.microsoft.com/office/drawing/2014/main" id="{7895CB50-D9AD-D73A-EEE2-AAD9621C453E}"/>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239CE1EF-6652-B226-89DF-3111D2EFC2A8}"/>
              </a:ext>
            </a:extLst>
          </p:cNvPr>
          <p:cNvSpPr>
            <a:spLocks noGrp="1"/>
          </p:cNvSpPr>
          <p:nvPr>
            <p:ph type="sldNum" sz="quarter" idx="12"/>
          </p:nvPr>
        </p:nvSpPr>
        <p:spPr/>
        <p:txBody>
          <a:bodyPr/>
          <a:lstStyle/>
          <a:p>
            <a:fld id="{86E5028B-FFCD-40AB-ACC8-EBC84281658C}" type="slidenum">
              <a:rPr lang="pt-BR" smtClean="0"/>
              <a:t>‹nº›</a:t>
            </a:fld>
            <a:endParaRPr lang="pt-BR"/>
          </a:p>
        </p:txBody>
      </p:sp>
    </p:spTree>
    <p:extLst>
      <p:ext uri="{BB962C8B-B14F-4D97-AF65-F5344CB8AC3E}">
        <p14:creationId xmlns:p14="http://schemas.microsoft.com/office/powerpoint/2010/main" val="20079415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26A03896-FB5D-26B9-EB9D-490D6074E02D}"/>
              </a:ext>
            </a:extLst>
          </p:cNvPr>
          <p:cNvSpPr>
            <a:spLocks noGrp="1"/>
          </p:cNvSpPr>
          <p:nvPr>
            <p:ph type="dt" sz="half" idx="10"/>
          </p:nvPr>
        </p:nvSpPr>
        <p:spPr/>
        <p:txBody>
          <a:bodyPr/>
          <a:lstStyle/>
          <a:p>
            <a:fld id="{52C4D11E-7E80-4DA0-A240-CA546594678D}" type="datetimeFigureOut">
              <a:rPr lang="pt-BR" smtClean="0"/>
              <a:t>22/04/2026</a:t>
            </a:fld>
            <a:endParaRPr lang="pt-BR"/>
          </a:p>
        </p:txBody>
      </p:sp>
      <p:sp>
        <p:nvSpPr>
          <p:cNvPr id="3" name="Espaço Reservado para Rodapé 2">
            <a:extLst>
              <a:ext uri="{FF2B5EF4-FFF2-40B4-BE49-F238E27FC236}">
                <a16:creationId xmlns:a16="http://schemas.microsoft.com/office/drawing/2014/main" id="{273B7751-6576-D0E1-9299-45491E973BA5}"/>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10ED7064-48E1-9524-C5D6-2A14B23720AA}"/>
              </a:ext>
            </a:extLst>
          </p:cNvPr>
          <p:cNvSpPr>
            <a:spLocks noGrp="1"/>
          </p:cNvSpPr>
          <p:nvPr>
            <p:ph type="sldNum" sz="quarter" idx="12"/>
          </p:nvPr>
        </p:nvSpPr>
        <p:spPr/>
        <p:txBody>
          <a:bodyPr/>
          <a:lstStyle/>
          <a:p>
            <a:fld id="{86E5028B-FFCD-40AB-ACC8-EBC84281658C}" type="slidenum">
              <a:rPr lang="pt-BR" smtClean="0"/>
              <a:t>‹nº›</a:t>
            </a:fld>
            <a:endParaRPr lang="pt-BR"/>
          </a:p>
        </p:txBody>
      </p:sp>
    </p:spTree>
    <p:extLst>
      <p:ext uri="{BB962C8B-B14F-4D97-AF65-F5344CB8AC3E}">
        <p14:creationId xmlns:p14="http://schemas.microsoft.com/office/powerpoint/2010/main" val="10920563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CFD09A-D926-A19E-2570-925B640F56DD}"/>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A1F017B8-F9DE-79CD-AD15-382903523D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CD104799-45D4-5E74-92DD-984CB0CC7A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E1D17107-BA53-D571-0F23-2C1F3D425657}"/>
              </a:ext>
            </a:extLst>
          </p:cNvPr>
          <p:cNvSpPr>
            <a:spLocks noGrp="1"/>
          </p:cNvSpPr>
          <p:nvPr>
            <p:ph type="dt" sz="half" idx="10"/>
          </p:nvPr>
        </p:nvSpPr>
        <p:spPr/>
        <p:txBody>
          <a:bodyPr/>
          <a:lstStyle/>
          <a:p>
            <a:fld id="{52C4D11E-7E80-4DA0-A240-CA546594678D}" type="datetimeFigureOut">
              <a:rPr lang="pt-BR" smtClean="0"/>
              <a:t>22/04/2026</a:t>
            </a:fld>
            <a:endParaRPr lang="pt-BR"/>
          </a:p>
        </p:txBody>
      </p:sp>
      <p:sp>
        <p:nvSpPr>
          <p:cNvPr id="6" name="Espaço Reservado para Rodapé 5">
            <a:extLst>
              <a:ext uri="{FF2B5EF4-FFF2-40B4-BE49-F238E27FC236}">
                <a16:creationId xmlns:a16="http://schemas.microsoft.com/office/drawing/2014/main" id="{EE949BCC-C73B-501D-E870-5E1EF649DC6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D27A36A0-4398-042A-945D-F52B03524563}"/>
              </a:ext>
            </a:extLst>
          </p:cNvPr>
          <p:cNvSpPr>
            <a:spLocks noGrp="1"/>
          </p:cNvSpPr>
          <p:nvPr>
            <p:ph type="sldNum" sz="quarter" idx="12"/>
          </p:nvPr>
        </p:nvSpPr>
        <p:spPr/>
        <p:txBody>
          <a:bodyPr/>
          <a:lstStyle/>
          <a:p>
            <a:fld id="{86E5028B-FFCD-40AB-ACC8-EBC84281658C}" type="slidenum">
              <a:rPr lang="pt-BR" smtClean="0"/>
              <a:t>‹nº›</a:t>
            </a:fld>
            <a:endParaRPr lang="pt-BR"/>
          </a:p>
        </p:txBody>
      </p:sp>
    </p:spTree>
    <p:extLst>
      <p:ext uri="{BB962C8B-B14F-4D97-AF65-F5344CB8AC3E}">
        <p14:creationId xmlns:p14="http://schemas.microsoft.com/office/powerpoint/2010/main" val="1343699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3A6665-181C-DAE9-8E25-2C7D5FE369B1}"/>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1DD28A29-974A-BC3A-5349-B89A5BEEEB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593E2182-0F19-1AA1-DB93-A292479F1F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7C88D2A9-E9EA-0AD0-4A64-B71FDFB31FEC}"/>
              </a:ext>
            </a:extLst>
          </p:cNvPr>
          <p:cNvSpPr>
            <a:spLocks noGrp="1"/>
          </p:cNvSpPr>
          <p:nvPr>
            <p:ph type="dt" sz="half" idx="10"/>
          </p:nvPr>
        </p:nvSpPr>
        <p:spPr/>
        <p:txBody>
          <a:bodyPr/>
          <a:lstStyle/>
          <a:p>
            <a:fld id="{52C4D11E-7E80-4DA0-A240-CA546594678D}" type="datetimeFigureOut">
              <a:rPr lang="pt-BR" smtClean="0"/>
              <a:t>22/04/2026</a:t>
            </a:fld>
            <a:endParaRPr lang="pt-BR"/>
          </a:p>
        </p:txBody>
      </p:sp>
      <p:sp>
        <p:nvSpPr>
          <p:cNvPr id="6" name="Espaço Reservado para Rodapé 5">
            <a:extLst>
              <a:ext uri="{FF2B5EF4-FFF2-40B4-BE49-F238E27FC236}">
                <a16:creationId xmlns:a16="http://schemas.microsoft.com/office/drawing/2014/main" id="{238BA47E-157D-FEB5-E4FC-4F6109FDCD9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4A19272F-7B25-37EF-DB9C-865CC004881E}"/>
              </a:ext>
            </a:extLst>
          </p:cNvPr>
          <p:cNvSpPr>
            <a:spLocks noGrp="1"/>
          </p:cNvSpPr>
          <p:nvPr>
            <p:ph type="sldNum" sz="quarter" idx="12"/>
          </p:nvPr>
        </p:nvSpPr>
        <p:spPr/>
        <p:txBody>
          <a:bodyPr/>
          <a:lstStyle/>
          <a:p>
            <a:fld id="{86E5028B-FFCD-40AB-ACC8-EBC84281658C}" type="slidenum">
              <a:rPr lang="pt-BR" smtClean="0"/>
              <a:t>‹nº›</a:t>
            </a:fld>
            <a:endParaRPr lang="pt-BR"/>
          </a:p>
        </p:txBody>
      </p:sp>
    </p:spTree>
    <p:extLst>
      <p:ext uri="{BB962C8B-B14F-4D97-AF65-F5344CB8AC3E}">
        <p14:creationId xmlns:p14="http://schemas.microsoft.com/office/powerpoint/2010/main" val="11633094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90D397-0462-39F0-0C40-76B7159ACA19}"/>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DAF258CC-868A-B3FA-21BF-1224E12C6745}"/>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58F03A35-A932-DEDD-DBC1-F3BA3EA3CC5F}"/>
              </a:ext>
            </a:extLst>
          </p:cNvPr>
          <p:cNvSpPr>
            <a:spLocks noGrp="1"/>
          </p:cNvSpPr>
          <p:nvPr>
            <p:ph type="dt" sz="half" idx="10"/>
          </p:nvPr>
        </p:nvSpPr>
        <p:spPr/>
        <p:txBody>
          <a:bodyPr/>
          <a:lstStyle/>
          <a:p>
            <a:fld id="{52C4D11E-7E80-4DA0-A240-CA546594678D}" type="datetimeFigureOut">
              <a:rPr lang="pt-BR" smtClean="0"/>
              <a:t>22/04/2026</a:t>
            </a:fld>
            <a:endParaRPr lang="pt-BR"/>
          </a:p>
        </p:txBody>
      </p:sp>
      <p:sp>
        <p:nvSpPr>
          <p:cNvPr id="5" name="Espaço Reservado para Rodapé 4">
            <a:extLst>
              <a:ext uri="{FF2B5EF4-FFF2-40B4-BE49-F238E27FC236}">
                <a16:creationId xmlns:a16="http://schemas.microsoft.com/office/drawing/2014/main" id="{90257A33-0F75-4A89-E0D0-39021F06136A}"/>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0BB5FB6E-B9DD-ACBC-83AA-69DE51F0FFF2}"/>
              </a:ext>
            </a:extLst>
          </p:cNvPr>
          <p:cNvSpPr>
            <a:spLocks noGrp="1"/>
          </p:cNvSpPr>
          <p:nvPr>
            <p:ph type="sldNum" sz="quarter" idx="12"/>
          </p:nvPr>
        </p:nvSpPr>
        <p:spPr/>
        <p:txBody>
          <a:bodyPr/>
          <a:lstStyle/>
          <a:p>
            <a:fld id="{86E5028B-FFCD-40AB-ACC8-EBC84281658C}" type="slidenum">
              <a:rPr lang="pt-BR" smtClean="0"/>
              <a:t>‹nº›</a:t>
            </a:fld>
            <a:endParaRPr lang="pt-BR"/>
          </a:p>
        </p:txBody>
      </p:sp>
    </p:spTree>
    <p:extLst>
      <p:ext uri="{BB962C8B-B14F-4D97-AF65-F5344CB8AC3E}">
        <p14:creationId xmlns:p14="http://schemas.microsoft.com/office/powerpoint/2010/main" val="22290129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8C5CFE1-53D0-E95C-56E8-94460CB3248A}"/>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931C7839-772A-210A-BCEC-E69A6BD7C9DF}"/>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451BF62-6148-5073-EFD5-C54F33E854CE}"/>
              </a:ext>
            </a:extLst>
          </p:cNvPr>
          <p:cNvSpPr>
            <a:spLocks noGrp="1"/>
          </p:cNvSpPr>
          <p:nvPr>
            <p:ph type="dt" sz="half" idx="10"/>
          </p:nvPr>
        </p:nvSpPr>
        <p:spPr/>
        <p:txBody>
          <a:bodyPr/>
          <a:lstStyle/>
          <a:p>
            <a:fld id="{52C4D11E-7E80-4DA0-A240-CA546594678D}" type="datetimeFigureOut">
              <a:rPr lang="pt-BR" smtClean="0"/>
              <a:t>22/04/2026</a:t>
            </a:fld>
            <a:endParaRPr lang="pt-BR"/>
          </a:p>
        </p:txBody>
      </p:sp>
      <p:sp>
        <p:nvSpPr>
          <p:cNvPr id="5" name="Espaço Reservado para Rodapé 4">
            <a:extLst>
              <a:ext uri="{FF2B5EF4-FFF2-40B4-BE49-F238E27FC236}">
                <a16:creationId xmlns:a16="http://schemas.microsoft.com/office/drawing/2014/main" id="{0B4AD0D1-FB40-E361-5CF9-9031C7333757}"/>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C7AF7F99-1DCE-4511-F3B9-9DE4F1C67200}"/>
              </a:ext>
            </a:extLst>
          </p:cNvPr>
          <p:cNvSpPr>
            <a:spLocks noGrp="1"/>
          </p:cNvSpPr>
          <p:nvPr>
            <p:ph type="sldNum" sz="quarter" idx="12"/>
          </p:nvPr>
        </p:nvSpPr>
        <p:spPr/>
        <p:txBody>
          <a:bodyPr/>
          <a:lstStyle/>
          <a:p>
            <a:fld id="{86E5028B-FFCD-40AB-ACC8-EBC84281658C}" type="slidenum">
              <a:rPr lang="pt-BR" smtClean="0"/>
              <a:t>‹nº›</a:t>
            </a:fld>
            <a:endParaRPr lang="pt-BR"/>
          </a:p>
        </p:txBody>
      </p:sp>
    </p:spTree>
    <p:extLst>
      <p:ext uri="{BB962C8B-B14F-4D97-AF65-F5344CB8AC3E}">
        <p14:creationId xmlns:p14="http://schemas.microsoft.com/office/powerpoint/2010/main" val="3369529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pt-BR"/>
              <a:t>Clique para editar o título Mestre</a:t>
            </a:r>
            <a:endParaRPr lang="en-US"/>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23"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pt-BR"/>
              <a:t>Clique para editar o estilo do subtítulo Mestre</a:t>
            </a:r>
            <a:endParaRPr lang="en-US"/>
          </a:p>
        </p:txBody>
      </p:sp>
      <p:sp>
        <p:nvSpPr>
          <p:cNvPr id="4" name="Date Placeholder 3"/>
          <p:cNvSpPr>
            <a:spLocks noGrp="1"/>
          </p:cNvSpPr>
          <p:nvPr>
            <p:ph type="dt" sz="half" idx="10"/>
          </p:nvPr>
        </p:nvSpPr>
        <p:spPr>
          <a:xfrm>
            <a:off x="838200" y="6356351"/>
            <a:ext cx="2743200" cy="365125"/>
          </a:xfrm>
          <a:prstGeom prst="rect">
            <a:avLst/>
          </a:prstGeom>
        </p:spPr>
        <p:txBody>
          <a:bodyPr/>
          <a:lstStyle/>
          <a:p>
            <a:fld id="{092D2BA2-638F-4C5A-A8B8-09FD3656F529}" type="datetimeFigureOut">
              <a:rPr lang="pt-BR" smtClean="0"/>
              <a:t>22/04/2026</a:t>
            </a:fld>
            <a:endParaRPr lang="pt-BR" dirty="0"/>
          </a:p>
        </p:txBody>
      </p:sp>
      <p:sp>
        <p:nvSpPr>
          <p:cNvPr id="5" name="Footer Placeholder 4"/>
          <p:cNvSpPr>
            <a:spLocks noGrp="1"/>
          </p:cNvSpPr>
          <p:nvPr>
            <p:ph type="ftr" sz="quarter" idx="11"/>
          </p:nvPr>
        </p:nvSpPr>
        <p:spPr>
          <a:xfrm>
            <a:off x="4038600" y="6356351"/>
            <a:ext cx="4114800" cy="365125"/>
          </a:xfrm>
          <a:prstGeom prst="rect">
            <a:avLst/>
          </a:prstGeom>
        </p:spPr>
        <p:txBody>
          <a:bodyPr/>
          <a:lstStyle/>
          <a:p>
            <a:endParaRPr lang="pt-BR" dirty="0"/>
          </a:p>
        </p:txBody>
      </p:sp>
      <p:sp>
        <p:nvSpPr>
          <p:cNvPr id="6" name="Slide Number Placeholder 5"/>
          <p:cNvSpPr>
            <a:spLocks noGrp="1"/>
          </p:cNvSpPr>
          <p:nvPr>
            <p:ph type="sldNum" sz="quarter" idx="12"/>
          </p:nvPr>
        </p:nvSpPr>
        <p:spPr>
          <a:xfrm>
            <a:off x="8610600" y="6356351"/>
            <a:ext cx="2743200" cy="365125"/>
          </a:xfrm>
          <a:prstGeom prst="rect">
            <a:avLst/>
          </a:prstGeom>
        </p:spPr>
        <p:txBody>
          <a:bodyPr/>
          <a:lstStyle/>
          <a:p>
            <a:fld id="{F6416CB6-8E2F-4B6C-9E01-004A8F262D89}" type="slidenum">
              <a:rPr lang="pt-BR" smtClean="0"/>
              <a:t>‹nº›</a:t>
            </a:fld>
            <a:endParaRPr lang="pt-BR" dirty="0"/>
          </a:p>
        </p:txBody>
      </p:sp>
    </p:spTree>
    <p:extLst>
      <p:ext uri="{BB962C8B-B14F-4D97-AF65-F5344CB8AC3E}">
        <p14:creationId xmlns:p14="http://schemas.microsoft.com/office/powerpoint/2010/main" val="4263885182"/>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yout Personalizado">
    <p:spTree>
      <p:nvGrpSpPr>
        <p:cNvPr id="1" name=""/>
        <p:cNvGrpSpPr/>
        <p:nvPr/>
      </p:nvGrpSpPr>
      <p:grpSpPr>
        <a:xfrm>
          <a:off x="0" y="0"/>
          <a:ext cx="0" cy="0"/>
          <a:chOff x="0" y="0"/>
          <a:chExt cx="0" cy="0"/>
        </a:xfrm>
      </p:grpSpPr>
      <p:sp>
        <p:nvSpPr>
          <p:cNvPr id="7" name="Espaço Reservado para Imagem 6">
            <a:extLst>
              <a:ext uri="{FF2B5EF4-FFF2-40B4-BE49-F238E27FC236}">
                <a16:creationId xmlns:a16="http://schemas.microsoft.com/office/drawing/2014/main" id="{270AFAC3-4334-22F6-C4FC-A5204A8D52EE}"/>
              </a:ext>
            </a:extLst>
          </p:cNvPr>
          <p:cNvSpPr>
            <a:spLocks noGrp="1"/>
          </p:cNvSpPr>
          <p:nvPr>
            <p:ph type="pic" sz="quarter" idx="13"/>
          </p:nvPr>
        </p:nvSpPr>
        <p:spPr>
          <a:xfrm>
            <a:off x="-342900" y="1839120"/>
            <a:ext cx="12877800" cy="3179761"/>
          </a:xfrm>
          <a:prstGeom prst="rect">
            <a:avLst/>
          </a:prstGeom>
        </p:spPr>
        <p:txBody>
          <a:bodyPr/>
          <a:lstStyle/>
          <a:p>
            <a:endParaRPr lang="pt-BR" dirty="0"/>
          </a:p>
        </p:txBody>
      </p:sp>
      <p:sp>
        <p:nvSpPr>
          <p:cNvPr id="14" name="Espaço Reservado para Imagem 13">
            <a:extLst>
              <a:ext uri="{FF2B5EF4-FFF2-40B4-BE49-F238E27FC236}">
                <a16:creationId xmlns:a16="http://schemas.microsoft.com/office/drawing/2014/main" id="{5E578F02-D9D9-57CE-EFD7-2D1D24F005DD}"/>
              </a:ext>
            </a:extLst>
          </p:cNvPr>
          <p:cNvSpPr>
            <a:spLocks noGrp="1"/>
          </p:cNvSpPr>
          <p:nvPr>
            <p:ph type="pic" sz="quarter" idx="14"/>
          </p:nvPr>
        </p:nvSpPr>
        <p:spPr>
          <a:xfrm>
            <a:off x="4547130" y="1049869"/>
            <a:ext cx="3097741" cy="4977341"/>
          </a:xfrm>
          <a:prstGeom prst="roundRect">
            <a:avLst>
              <a:gd name="adj" fmla="val 50000"/>
            </a:avLst>
          </a:prstGeom>
        </p:spPr>
        <p:txBody>
          <a:bodyPr/>
          <a:lstStyle/>
          <a:p>
            <a:endParaRPr lang="pt-BR" dirty="0"/>
          </a:p>
        </p:txBody>
      </p:sp>
    </p:spTree>
    <p:extLst>
      <p:ext uri="{BB962C8B-B14F-4D97-AF65-F5344CB8AC3E}">
        <p14:creationId xmlns:p14="http://schemas.microsoft.com/office/powerpoint/2010/main" val="26968452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Layout Personalizado">
    <p:spTree>
      <p:nvGrpSpPr>
        <p:cNvPr id="1" name=""/>
        <p:cNvGrpSpPr/>
        <p:nvPr/>
      </p:nvGrpSpPr>
      <p:grpSpPr>
        <a:xfrm>
          <a:off x="0" y="0"/>
          <a:ext cx="0" cy="0"/>
          <a:chOff x="0" y="0"/>
          <a:chExt cx="0" cy="0"/>
        </a:xfrm>
      </p:grpSpPr>
      <p:sp>
        <p:nvSpPr>
          <p:cNvPr id="6" name="Espaço Reservado para Imagem 13">
            <a:extLst>
              <a:ext uri="{FF2B5EF4-FFF2-40B4-BE49-F238E27FC236}">
                <a16:creationId xmlns:a16="http://schemas.microsoft.com/office/drawing/2014/main" id="{9BE0E7E0-F0B8-1FAA-C419-8AD8252886B7}"/>
              </a:ext>
            </a:extLst>
          </p:cNvPr>
          <p:cNvSpPr>
            <a:spLocks noGrp="1"/>
          </p:cNvSpPr>
          <p:nvPr>
            <p:ph type="pic" sz="quarter" idx="14"/>
          </p:nvPr>
        </p:nvSpPr>
        <p:spPr>
          <a:xfrm>
            <a:off x="1325218" y="1182390"/>
            <a:ext cx="2670433" cy="4290758"/>
          </a:xfrm>
          <a:prstGeom prst="roundRect">
            <a:avLst>
              <a:gd name="adj" fmla="val 50000"/>
            </a:avLst>
          </a:prstGeom>
        </p:spPr>
        <p:txBody>
          <a:bodyPr/>
          <a:lstStyle/>
          <a:p>
            <a:endParaRPr lang="pt-BR" dirty="0"/>
          </a:p>
        </p:txBody>
      </p:sp>
      <p:sp>
        <p:nvSpPr>
          <p:cNvPr id="7" name="Espaço Reservado para Imagem 13">
            <a:extLst>
              <a:ext uri="{FF2B5EF4-FFF2-40B4-BE49-F238E27FC236}">
                <a16:creationId xmlns:a16="http://schemas.microsoft.com/office/drawing/2014/main" id="{6AD6179C-978C-EB70-1FFD-ED9D425F42C0}"/>
              </a:ext>
            </a:extLst>
          </p:cNvPr>
          <p:cNvSpPr>
            <a:spLocks noGrp="1"/>
          </p:cNvSpPr>
          <p:nvPr>
            <p:ph type="pic" sz="quarter" idx="15"/>
          </p:nvPr>
        </p:nvSpPr>
        <p:spPr>
          <a:xfrm>
            <a:off x="4760784" y="1182390"/>
            <a:ext cx="2670433" cy="4290758"/>
          </a:xfrm>
          <a:prstGeom prst="roundRect">
            <a:avLst>
              <a:gd name="adj" fmla="val 50000"/>
            </a:avLst>
          </a:prstGeom>
        </p:spPr>
        <p:txBody>
          <a:bodyPr/>
          <a:lstStyle/>
          <a:p>
            <a:endParaRPr lang="pt-BR" dirty="0"/>
          </a:p>
        </p:txBody>
      </p:sp>
      <p:sp>
        <p:nvSpPr>
          <p:cNvPr id="8" name="Espaço Reservado para Imagem 13">
            <a:extLst>
              <a:ext uri="{FF2B5EF4-FFF2-40B4-BE49-F238E27FC236}">
                <a16:creationId xmlns:a16="http://schemas.microsoft.com/office/drawing/2014/main" id="{66FD8D23-F6E9-8682-9251-E54DD7E06677}"/>
              </a:ext>
            </a:extLst>
          </p:cNvPr>
          <p:cNvSpPr>
            <a:spLocks noGrp="1"/>
          </p:cNvSpPr>
          <p:nvPr>
            <p:ph type="pic" sz="quarter" idx="16"/>
          </p:nvPr>
        </p:nvSpPr>
        <p:spPr>
          <a:xfrm>
            <a:off x="8196350" y="1182390"/>
            <a:ext cx="2670433" cy="4290758"/>
          </a:xfrm>
          <a:prstGeom prst="roundRect">
            <a:avLst>
              <a:gd name="adj" fmla="val 50000"/>
            </a:avLst>
          </a:prstGeom>
        </p:spPr>
        <p:txBody>
          <a:bodyPr/>
          <a:lstStyle/>
          <a:p>
            <a:endParaRPr lang="pt-BR" dirty="0"/>
          </a:p>
        </p:txBody>
      </p:sp>
    </p:spTree>
    <p:extLst>
      <p:ext uri="{BB962C8B-B14F-4D97-AF65-F5344CB8AC3E}">
        <p14:creationId xmlns:p14="http://schemas.microsoft.com/office/powerpoint/2010/main" val="33990308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Layout Personalizado">
    <p:spTree>
      <p:nvGrpSpPr>
        <p:cNvPr id="1" name=""/>
        <p:cNvGrpSpPr/>
        <p:nvPr/>
      </p:nvGrpSpPr>
      <p:grpSpPr>
        <a:xfrm>
          <a:off x="0" y="0"/>
          <a:ext cx="0" cy="0"/>
          <a:chOff x="0" y="0"/>
          <a:chExt cx="0" cy="0"/>
        </a:xfrm>
      </p:grpSpPr>
      <p:sp>
        <p:nvSpPr>
          <p:cNvPr id="3" name="Espaço Reservado para Imagem 13">
            <a:extLst>
              <a:ext uri="{FF2B5EF4-FFF2-40B4-BE49-F238E27FC236}">
                <a16:creationId xmlns:a16="http://schemas.microsoft.com/office/drawing/2014/main" id="{C78B6F08-3529-1FB8-D7E2-EF81544D806E}"/>
              </a:ext>
            </a:extLst>
          </p:cNvPr>
          <p:cNvSpPr>
            <a:spLocks noGrp="1"/>
          </p:cNvSpPr>
          <p:nvPr>
            <p:ph type="pic" sz="quarter" idx="14"/>
          </p:nvPr>
        </p:nvSpPr>
        <p:spPr>
          <a:xfrm>
            <a:off x="412452" y="-1137063"/>
            <a:ext cx="5683549" cy="9132125"/>
          </a:xfrm>
          <a:prstGeom prst="roundRect">
            <a:avLst>
              <a:gd name="adj" fmla="val 50000"/>
            </a:avLst>
          </a:prstGeom>
        </p:spPr>
        <p:txBody>
          <a:bodyPr/>
          <a:lstStyle/>
          <a:p>
            <a:endParaRPr lang="pt-BR" dirty="0"/>
          </a:p>
        </p:txBody>
      </p:sp>
    </p:spTree>
    <p:extLst>
      <p:ext uri="{BB962C8B-B14F-4D97-AF65-F5344CB8AC3E}">
        <p14:creationId xmlns:p14="http://schemas.microsoft.com/office/powerpoint/2010/main" val="41319830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Layout Personalizado">
    <p:spTree>
      <p:nvGrpSpPr>
        <p:cNvPr id="1" name=""/>
        <p:cNvGrpSpPr/>
        <p:nvPr/>
      </p:nvGrpSpPr>
      <p:grpSpPr>
        <a:xfrm>
          <a:off x="0" y="0"/>
          <a:ext cx="0" cy="0"/>
          <a:chOff x="0" y="0"/>
          <a:chExt cx="0" cy="0"/>
        </a:xfrm>
      </p:grpSpPr>
      <p:sp>
        <p:nvSpPr>
          <p:cNvPr id="3" name="Espaço Reservado para Imagem 13">
            <a:extLst>
              <a:ext uri="{FF2B5EF4-FFF2-40B4-BE49-F238E27FC236}">
                <a16:creationId xmlns:a16="http://schemas.microsoft.com/office/drawing/2014/main" id="{AF1469A7-646C-8B61-CA87-1D706BCE7A73}"/>
              </a:ext>
            </a:extLst>
          </p:cNvPr>
          <p:cNvSpPr>
            <a:spLocks noGrp="1"/>
          </p:cNvSpPr>
          <p:nvPr>
            <p:ph type="pic" sz="quarter" idx="14"/>
          </p:nvPr>
        </p:nvSpPr>
        <p:spPr>
          <a:xfrm>
            <a:off x="-863071" y="-2161795"/>
            <a:ext cx="6959071" cy="11181589"/>
          </a:xfrm>
          <a:prstGeom prst="roundRect">
            <a:avLst>
              <a:gd name="adj" fmla="val 50000"/>
            </a:avLst>
          </a:prstGeom>
        </p:spPr>
        <p:txBody>
          <a:bodyPr/>
          <a:lstStyle/>
          <a:p>
            <a:endParaRPr lang="pt-BR" dirty="0"/>
          </a:p>
        </p:txBody>
      </p:sp>
    </p:spTree>
    <p:extLst>
      <p:ext uri="{BB962C8B-B14F-4D97-AF65-F5344CB8AC3E}">
        <p14:creationId xmlns:p14="http://schemas.microsoft.com/office/powerpoint/2010/main" val="8329847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E6786B-D2A8-3044-AB7F-662237608303}"/>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162A98AB-5F3F-EE01-9B43-2172697F4F24}"/>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EDDE20D7-4874-FD68-EA02-260BC1AE5E1B}"/>
              </a:ext>
            </a:extLst>
          </p:cNvPr>
          <p:cNvSpPr>
            <a:spLocks noGrp="1"/>
          </p:cNvSpPr>
          <p:nvPr>
            <p:ph type="dt" sz="half" idx="10"/>
          </p:nvPr>
        </p:nvSpPr>
        <p:spPr/>
        <p:txBody>
          <a:bodyPr/>
          <a:lstStyle/>
          <a:p>
            <a:fld id="{4C375CFC-E012-44ED-A546-A1388440CB96}" type="datetimeFigureOut">
              <a:rPr lang="pt-BR" smtClean="0"/>
              <a:t>22/04/2026</a:t>
            </a:fld>
            <a:endParaRPr lang="pt-BR" dirty="0"/>
          </a:p>
        </p:txBody>
      </p:sp>
      <p:sp>
        <p:nvSpPr>
          <p:cNvPr id="5" name="Espaço Reservado para Rodapé 4">
            <a:extLst>
              <a:ext uri="{FF2B5EF4-FFF2-40B4-BE49-F238E27FC236}">
                <a16:creationId xmlns:a16="http://schemas.microsoft.com/office/drawing/2014/main" id="{3D176D1B-B886-0BA3-902D-599F0C5BCF88}"/>
              </a:ext>
            </a:extLst>
          </p:cNvPr>
          <p:cNvSpPr>
            <a:spLocks noGrp="1"/>
          </p:cNvSpPr>
          <p:nvPr>
            <p:ph type="ftr" sz="quarter" idx="11"/>
          </p:nvPr>
        </p:nvSpPr>
        <p:spPr/>
        <p:txBody>
          <a:bodyPr/>
          <a:lstStyle/>
          <a:p>
            <a:endParaRPr lang="pt-BR" dirty="0"/>
          </a:p>
        </p:txBody>
      </p:sp>
      <p:sp>
        <p:nvSpPr>
          <p:cNvPr id="6" name="Espaço Reservado para Número de Slide 5">
            <a:extLst>
              <a:ext uri="{FF2B5EF4-FFF2-40B4-BE49-F238E27FC236}">
                <a16:creationId xmlns:a16="http://schemas.microsoft.com/office/drawing/2014/main" id="{24FACEAA-E975-5EC3-59DB-C6B36D410788}"/>
              </a:ext>
            </a:extLst>
          </p:cNvPr>
          <p:cNvSpPr>
            <a:spLocks noGrp="1"/>
          </p:cNvSpPr>
          <p:nvPr>
            <p:ph type="sldNum" sz="quarter" idx="12"/>
          </p:nvPr>
        </p:nvSpPr>
        <p:spPr/>
        <p:txBody>
          <a:bodyPr/>
          <a:lstStyle/>
          <a:p>
            <a:fld id="{49DF05A3-FFE9-4742-99E4-193BACFF9F7C}" type="slidenum">
              <a:rPr lang="pt-BR" smtClean="0"/>
              <a:t>‹nº›</a:t>
            </a:fld>
            <a:endParaRPr lang="pt-BR" dirty="0"/>
          </a:p>
        </p:txBody>
      </p:sp>
    </p:spTree>
    <p:extLst>
      <p:ext uri="{BB962C8B-B14F-4D97-AF65-F5344CB8AC3E}">
        <p14:creationId xmlns:p14="http://schemas.microsoft.com/office/powerpoint/2010/main" val="7490548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5917D9C7-3C61-44E2-9393-1F1E293F8BB8}" type="datetimeFigureOut">
              <a:rPr lang="pt-BR" smtClean="0">
                <a:solidFill>
                  <a:prstClr val="black">
                    <a:tint val="75000"/>
                  </a:prstClr>
                </a:solidFill>
              </a:rPr>
              <a:pPr/>
              <a:t>22/04/2026</a:t>
            </a:fld>
            <a:endParaRPr lang="pt-BR" dirty="0">
              <a:solidFill>
                <a:prstClr val="black">
                  <a:tint val="75000"/>
                </a:prstClr>
              </a:solidFill>
            </a:endParaRPr>
          </a:p>
        </p:txBody>
      </p:sp>
      <p:sp>
        <p:nvSpPr>
          <p:cNvPr id="3" name="Espaço Reservado para Rodapé 2"/>
          <p:cNvSpPr>
            <a:spLocks noGrp="1"/>
          </p:cNvSpPr>
          <p:nvPr>
            <p:ph type="ftr" sz="quarter" idx="11"/>
          </p:nvPr>
        </p:nvSpPr>
        <p:spPr/>
        <p:txBody>
          <a:bodyPr/>
          <a:lstStyle/>
          <a:p>
            <a:endParaRPr lang="pt-BR" dirty="0">
              <a:solidFill>
                <a:prstClr val="black">
                  <a:tint val="75000"/>
                </a:prstClr>
              </a:solidFill>
            </a:endParaRPr>
          </a:p>
        </p:txBody>
      </p:sp>
      <p:sp>
        <p:nvSpPr>
          <p:cNvPr id="4" name="Espaço Reservado para Número de Slide 3"/>
          <p:cNvSpPr>
            <a:spLocks noGrp="1"/>
          </p:cNvSpPr>
          <p:nvPr>
            <p:ph type="sldNum" sz="quarter" idx="12"/>
          </p:nvPr>
        </p:nvSpPr>
        <p:spPr/>
        <p:txBody>
          <a:bodyPr/>
          <a:lstStyle/>
          <a:p>
            <a:fld id="{1391B78A-D93A-44DB-A2AE-1BFF869B05C7}" type="slidenum">
              <a:rPr lang="pt-BR" smtClean="0">
                <a:solidFill>
                  <a:prstClr val="black">
                    <a:tint val="75000"/>
                  </a:prstClr>
                </a:solidFill>
              </a:rPr>
              <a:pPr/>
              <a:t>‹nº›</a:t>
            </a:fld>
            <a:endParaRPr lang="pt-BR" dirty="0">
              <a:solidFill>
                <a:prstClr val="black">
                  <a:tint val="75000"/>
                </a:prstClr>
              </a:solidFill>
            </a:endParaRPr>
          </a:p>
        </p:txBody>
      </p:sp>
    </p:spTree>
    <p:extLst>
      <p:ext uri="{BB962C8B-B14F-4D97-AF65-F5344CB8AC3E}">
        <p14:creationId xmlns:p14="http://schemas.microsoft.com/office/powerpoint/2010/main" val="1530376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72662026-2706-D832-A6D1-D3904B2A51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4526360F-8700-191B-7203-C023C6DD52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EAC1D39F-2BC8-37BB-52F4-ED9F6E1A9C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2C4D11E-7E80-4DA0-A240-CA546594678D}" type="datetimeFigureOut">
              <a:rPr lang="pt-BR" smtClean="0"/>
              <a:t>22/04/2026</a:t>
            </a:fld>
            <a:endParaRPr lang="pt-BR"/>
          </a:p>
        </p:txBody>
      </p:sp>
      <p:sp>
        <p:nvSpPr>
          <p:cNvPr id="5" name="Espaço Reservado para Rodapé 4">
            <a:extLst>
              <a:ext uri="{FF2B5EF4-FFF2-40B4-BE49-F238E27FC236}">
                <a16:creationId xmlns:a16="http://schemas.microsoft.com/office/drawing/2014/main" id="{E49B0A4F-18CF-8C00-BBF4-A3A6612E8E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a:p>
        </p:txBody>
      </p:sp>
      <p:sp>
        <p:nvSpPr>
          <p:cNvPr id="6" name="Espaço Reservado para Número de Slide 5">
            <a:extLst>
              <a:ext uri="{FF2B5EF4-FFF2-40B4-BE49-F238E27FC236}">
                <a16:creationId xmlns:a16="http://schemas.microsoft.com/office/drawing/2014/main" id="{D5B53CCE-2DF8-8944-317F-886AE9E85E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6E5028B-FFCD-40AB-ACC8-EBC84281658C}" type="slidenum">
              <a:rPr lang="pt-BR" smtClean="0"/>
              <a:t>‹nº›</a:t>
            </a:fld>
            <a:endParaRPr lang="pt-BR"/>
          </a:p>
        </p:txBody>
      </p:sp>
    </p:spTree>
    <p:extLst>
      <p:ext uri="{BB962C8B-B14F-4D97-AF65-F5344CB8AC3E}">
        <p14:creationId xmlns:p14="http://schemas.microsoft.com/office/powerpoint/2010/main" val="32772181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9" name="Espaço Reservado para Título 28">
            <a:extLst>
              <a:ext uri="{FF2B5EF4-FFF2-40B4-BE49-F238E27FC236}">
                <a16:creationId xmlns:a16="http://schemas.microsoft.com/office/drawing/2014/main" id="{596F74C7-747F-A911-9F16-91B85F667CEA}"/>
              </a:ext>
            </a:extLst>
          </p:cNvPr>
          <p:cNvSpPr>
            <a:spLocks noGrp="1"/>
          </p:cNvSpPr>
          <p:nvPr>
            <p:ph type="title"/>
          </p:nvPr>
        </p:nvSpPr>
        <p:spPr>
          <a:xfrm>
            <a:off x="838200" y="365126"/>
            <a:ext cx="10515600" cy="1326091"/>
          </a:xfrm>
          <a:prstGeom prst="rect">
            <a:avLst/>
          </a:prstGeom>
        </p:spPr>
        <p:txBody>
          <a:bodyPr vert="horz" lIns="91440" tIns="45720" rIns="91440" bIns="45720" rtlCol="0" anchor="ctr">
            <a:normAutofit/>
          </a:bodyPr>
          <a:lstStyle/>
          <a:p>
            <a:r>
              <a:rPr lang="pt-BR"/>
              <a:t>Clique para editar o título Mestre</a:t>
            </a:r>
          </a:p>
        </p:txBody>
      </p:sp>
      <p:sp>
        <p:nvSpPr>
          <p:cNvPr id="30" name="Espaço Reservado para Texto 29">
            <a:extLst>
              <a:ext uri="{FF2B5EF4-FFF2-40B4-BE49-F238E27FC236}">
                <a16:creationId xmlns:a16="http://schemas.microsoft.com/office/drawing/2014/main" id="{E5F205A0-F428-BFF2-9AFE-57494C8BD17C}"/>
              </a:ext>
            </a:extLst>
          </p:cNvPr>
          <p:cNvSpPr>
            <a:spLocks noGrp="1"/>
          </p:cNvSpPr>
          <p:nvPr>
            <p:ph type="body" idx="1"/>
          </p:nvPr>
        </p:nvSpPr>
        <p:spPr>
          <a:xfrm>
            <a:off x="838200" y="1825625"/>
            <a:ext cx="10515600" cy="4351867"/>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Tree>
    <p:extLst>
      <p:ext uri="{BB962C8B-B14F-4D97-AF65-F5344CB8AC3E}">
        <p14:creationId xmlns:p14="http://schemas.microsoft.com/office/powerpoint/2010/main" val="12743373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txStyles>
    <p:titleStyle>
      <a:lvl1pPr algn="ctr" defTabSz="914446" rtl="0" eaLnBrk="1" latinLnBrk="0" hangingPunct="1">
        <a:lnSpc>
          <a:spcPct val="90000"/>
        </a:lnSpc>
        <a:spcBef>
          <a:spcPct val="0"/>
        </a:spcBef>
        <a:buNone/>
        <a:defRPr sz="2667" kern="1200" baseline="0">
          <a:solidFill>
            <a:schemeClr val="tx1"/>
          </a:solidFill>
          <a:latin typeface="+mj-lt"/>
          <a:ea typeface="+mj-ea"/>
          <a:cs typeface="+mj-cs"/>
        </a:defRPr>
      </a:lvl1pPr>
    </p:titleStyle>
    <p:bodyStyle>
      <a:lvl1pPr marL="228611" indent="-228611" algn="ctr" defTabSz="914446"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34" indent="-228611" algn="ctr" defTabSz="91444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57" indent="-228611" algn="ctr" defTabSz="91444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80" indent="-228611" algn="ctr"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03" indent="-228611" algn="ctr"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46" rtl="0" eaLnBrk="1" latinLnBrk="0" hangingPunct="1">
        <a:defRPr sz="1800" kern="1200">
          <a:solidFill>
            <a:schemeClr val="tx1"/>
          </a:solidFill>
          <a:latin typeface="+mn-lt"/>
          <a:ea typeface="+mn-ea"/>
          <a:cs typeface="+mn-cs"/>
        </a:defRPr>
      </a:lvl1pPr>
      <a:lvl2pPr marL="457223" algn="l" defTabSz="914446" rtl="0" eaLnBrk="1" latinLnBrk="0" hangingPunct="1">
        <a:defRPr sz="1800" kern="1200">
          <a:solidFill>
            <a:schemeClr val="tx1"/>
          </a:solidFill>
          <a:latin typeface="+mn-lt"/>
          <a:ea typeface="+mn-ea"/>
          <a:cs typeface="+mn-cs"/>
        </a:defRPr>
      </a:lvl2pPr>
      <a:lvl3pPr marL="914446" algn="l" defTabSz="914446" rtl="0" eaLnBrk="1" latinLnBrk="0" hangingPunct="1">
        <a:defRPr sz="1800" kern="1200">
          <a:solidFill>
            <a:schemeClr val="tx1"/>
          </a:solidFill>
          <a:latin typeface="+mn-lt"/>
          <a:ea typeface="+mn-ea"/>
          <a:cs typeface="+mn-cs"/>
        </a:defRPr>
      </a:lvl3pPr>
      <a:lvl4pPr marL="1371669" algn="l" defTabSz="914446" rtl="0" eaLnBrk="1" latinLnBrk="0" hangingPunct="1">
        <a:defRPr sz="1800" kern="1200">
          <a:solidFill>
            <a:schemeClr val="tx1"/>
          </a:solidFill>
          <a:latin typeface="+mn-lt"/>
          <a:ea typeface="+mn-ea"/>
          <a:cs typeface="+mn-cs"/>
        </a:defRPr>
      </a:lvl4pPr>
      <a:lvl5pPr marL="1828891" algn="l" defTabSz="914446" rtl="0" eaLnBrk="1" latinLnBrk="0" hangingPunct="1">
        <a:defRPr sz="1800" kern="1200">
          <a:solidFill>
            <a:schemeClr val="tx1"/>
          </a:solidFill>
          <a:latin typeface="+mn-lt"/>
          <a:ea typeface="+mn-ea"/>
          <a:cs typeface="+mn-cs"/>
        </a:defRPr>
      </a:lvl5pPr>
      <a:lvl6pPr marL="2286114" algn="l" defTabSz="914446" rtl="0" eaLnBrk="1" latinLnBrk="0" hangingPunct="1">
        <a:defRPr sz="1800" kern="1200">
          <a:solidFill>
            <a:schemeClr val="tx1"/>
          </a:solidFill>
          <a:latin typeface="+mn-lt"/>
          <a:ea typeface="+mn-ea"/>
          <a:cs typeface="+mn-cs"/>
        </a:defRPr>
      </a:lvl6pPr>
      <a:lvl7pPr marL="2743337" algn="l" defTabSz="914446" rtl="0" eaLnBrk="1" latinLnBrk="0" hangingPunct="1">
        <a:defRPr sz="1800" kern="1200">
          <a:solidFill>
            <a:schemeClr val="tx1"/>
          </a:solidFill>
          <a:latin typeface="+mn-lt"/>
          <a:ea typeface="+mn-ea"/>
          <a:cs typeface="+mn-cs"/>
        </a:defRPr>
      </a:lvl7pPr>
      <a:lvl8pPr marL="3200560" algn="l" defTabSz="914446" rtl="0" eaLnBrk="1" latinLnBrk="0" hangingPunct="1">
        <a:defRPr sz="1800" kern="1200">
          <a:solidFill>
            <a:schemeClr val="tx1"/>
          </a:solidFill>
          <a:latin typeface="+mn-lt"/>
          <a:ea typeface="+mn-ea"/>
          <a:cs typeface="+mn-cs"/>
        </a:defRPr>
      </a:lvl8pPr>
      <a:lvl9pPr marL="3657783" algn="l" defTabSz="91444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40">
          <p15:clr>
            <a:srgbClr val="F26B43"/>
          </p15:clr>
        </p15:guide>
        <p15:guide id="2" pos="57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44E28A0-F8F2-4190-AC08-73EF5A051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DF352C3-2CE5-0483-2946-79AA4F11E1DD}"/>
              </a:ext>
            </a:extLst>
          </p:cNvPr>
          <p:cNvSpPr>
            <a:spLocks noGrp="1"/>
          </p:cNvSpPr>
          <p:nvPr>
            <p:ph type="ctrTitle"/>
          </p:nvPr>
        </p:nvSpPr>
        <p:spPr>
          <a:xfrm>
            <a:off x="3143892" y="1122363"/>
            <a:ext cx="7524108" cy="2387600"/>
          </a:xfrm>
        </p:spPr>
        <p:txBody>
          <a:bodyPr>
            <a:normAutofit/>
          </a:bodyPr>
          <a:lstStyle/>
          <a:p>
            <a:pPr algn="l"/>
            <a:r>
              <a:rPr lang="pt-BR" sz="5200" b="1" dirty="0">
                <a:latin typeface="Aharoni" panose="020F0502020204030204" pitchFamily="2" charset="-79"/>
                <a:cs typeface="Aharoni" panose="020F0502020204030204" pitchFamily="2" charset="-79"/>
              </a:rPr>
              <a:t>Adm.Vendas_Março26</a:t>
            </a:r>
          </a:p>
        </p:txBody>
      </p:sp>
      <p:pic>
        <p:nvPicPr>
          <p:cNvPr id="4" name="Imagem 3" descr="Desenho de rosto&#10;&#10;O conteúdo gerado por IA pode estar incorreto.">
            <a:extLst>
              <a:ext uri="{FF2B5EF4-FFF2-40B4-BE49-F238E27FC236}">
                <a16:creationId xmlns:a16="http://schemas.microsoft.com/office/drawing/2014/main" id="{5196E3AE-22A4-C70B-ABD5-55BAE2E6FE2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7142"/>
          <a:stretch/>
        </p:blipFill>
        <p:spPr>
          <a:xfrm>
            <a:off x="2076357" y="2795270"/>
            <a:ext cx="764545" cy="1099541"/>
          </a:xfrm>
          <a:prstGeom prst="rect">
            <a:avLst/>
          </a:prstGeom>
        </p:spPr>
      </p:pic>
    </p:spTree>
    <p:extLst>
      <p:ext uri="{BB962C8B-B14F-4D97-AF65-F5344CB8AC3E}">
        <p14:creationId xmlns:p14="http://schemas.microsoft.com/office/powerpoint/2010/main" val="39069543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7E2195"/>
        </a:solidFill>
        <a:effectLst/>
      </p:bgPr>
    </p:bg>
    <p:spTree>
      <p:nvGrpSpPr>
        <p:cNvPr id="1" name="">
          <a:extLst>
            <a:ext uri="{FF2B5EF4-FFF2-40B4-BE49-F238E27FC236}">
              <a16:creationId xmlns:a16="http://schemas.microsoft.com/office/drawing/2014/main" id="{B16FA27E-4C9D-D9F7-37DF-CABD483807F3}"/>
            </a:ext>
          </a:extLst>
        </p:cNvPr>
        <p:cNvGrpSpPr/>
        <p:nvPr/>
      </p:nvGrpSpPr>
      <p:grpSpPr>
        <a:xfrm>
          <a:off x="0" y="0"/>
          <a:ext cx="0" cy="0"/>
          <a:chOff x="0" y="0"/>
          <a:chExt cx="0" cy="0"/>
        </a:xfrm>
      </p:grpSpPr>
      <p:sp>
        <p:nvSpPr>
          <p:cNvPr id="6" name="Elipse 5">
            <a:extLst>
              <a:ext uri="{FF2B5EF4-FFF2-40B4-BE49-F238E27FC236}">
                <a16:creationId xmlns:a16="http://schemas.microsoft.com/office/drawing/2014/main" id="{DB4A1713-0370-1676-3F29-D2EF638D17FB}"/>
              </a:ext>
            </a:extLst>
          </p:cNvPr>
          <p:cNvSpPr/>
          <p:nvPr/>
        </p:nvSpPr>
        <p:spPr>
          <a:xfrm>
            <a:off x="10974265" y="-362936"/>
            <a:ext cx="2047164" cy="2000405"/>
          </a:xfrm>
          <a:prstGeom prst="ellipse">
            <a:avLst/>
          </a:prstGeom>
          <a:noFill/>
          <a:ln w="2095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371669" rtl="0" eaLnBrk="1" fontAlgn="auto" latinLnBrk="0" hangingPunct="1">
              <a:lnSpc>
                <a:spcPct val="100000"/>
              </a:lnSpc>
              <a:spcBef>
                <a:spcPts val="0"/>
              </a:spcBef>
              <a:spcAft>
                <a:spcPts val="0"/>
              </a:spcAft>
              <a:buClrTx/>
              <a:buSzTx/>
              <a:buFontTx/>
              <a:buNone/>
              <a:tabLst/>
              <a:defRPr/>
            </a:pPr>
            <a:endParaRPr kumimoji="0" lang="pt-BR" sz="2700" b="0" i="0" u="none" strike="noStrike" kern="1200" cap="none" spc="0" normalizeH="0" baseline="0" noProof="0" dirty="0">
              <a:ln>
                <a:noFill/>
              </a:ln>
              <a:solidFill>
                <a:prstClr val="white"/>
              </a:solidFill>
              <a:effectLst/>
              <a:uLnTx/>
              <a:uFillTx/>
              <a:latin typeface="Open Sans"/>
              <a:ea typeface="+mn-ea"/>
              <a:cs typeface="+mn-cs"/>
            </a:endParaRPr>
          </a:p>
        </p:txBody>
      </p:sp>
      <p:pic>
        <p:nvPicPr>
          <p:cNvPr id="7" name="Imagem 6">
            <a:extLst>
              <a:ext uri="{FF2B5EF4-FFF2-40B4-BE49-F238E27FC236}">
                <a16:creationId xmlns:a16="http://schemas.microsoft.com/office/drawing/2014/main" id="{209448B6-853B-85AB-44FB-50CDE52F2D4B}"/>
              </a:ext>
            </a:extLst>
          </p:cNvPr>
          <p:cNvPicPr>
            <a:picLocks noChangeAspect="1"/>
          </p:cNvPicPr>
          <p:nvPr/>
        </p:nvPicPr>
        <p:blipFill rotWithShape="1">
          <a:blip r:embed="rId3" cstate="email">
            <a:biLevel thresh="25000"/>
            <a:extLst>
              <a:ext uri="{28A0092B-C50C-407E-A947-70E740481C1C}">
                <a14:useLocalDpi xmlns:a14="http://schemas.microsoft.com/office/drawing/2010/main"/>
              </a:ext>
            </a:extLst>
          </a:blip>
          <a:srcRect t="-27142"/>
          <a:stretch/>
        </p:blipFill>
        <p:spPr>
          <a:xfrm>
            <a:off x="11305221" y="-161327"/>
            <a:ext cx="866634" cy="1270107"/>
          </a:xfrm>
          <a:prstGeom prst="rect">
            <a:avLst/>
          </a:prstGeom>
        </p:spPr>
      </p:pic>
      <p:sp>
        <p:nvSpPr>
          <p:cNvPr id="3" name="CaixaDeTexto 2">
            <a:extLst>
              <a:ext uri="{FF2B5EF4-FFF2-40B4-BE49-F238E27FC236}">
                <a16:creationId xmlns:a16="http://schemas.microsoft.com/office/drawing/2014/main" id="{07095D61-1097-CC5F-E369-706D09C6924C}"/>
              </a:ext>
            </a:extLst>
          </p:cNvPr>
          <p:cNvSpPr txBox="1"/>
          <p:nvPr/>
        </p:nvSpPr>
        <p:spPr>
          <a:xfrm>
            <a:off x="1502718" y="1613118"/>
            <a:ext cx="12171855" cy="36317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1500" b="0" i="0" u="none" strike="noStrike" kern="1200" cap="none" spc="0" normalizeH="0" baseline="0" noProof="0" dirty="0">
                <a:ln>
                  <a:noFill/>
                </a:ln>
                <a:solidFill>
                  <a:srgbClr val="FFFFFF"/>
                </a:solidFill>
                <a:effectLst/>
                <a:uLnTx/>
                <a:uFillTx/>
                <a:latin typeface="Impact" panose="020B0806030902050204" pitchFamily="34" charset="0"/>
                <a:ea typeface="+mn-ea"/>
                <a:cs typeface="+mn-cs"/>
              </a:rPr>
              <a:t>POLÍTICA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1500" b="0" i="0" u="none" strike="noStrike" kern="1200" cap="none" spc="0" normalizeH="0" baseline="0" noProof="0" dirty="0">
                <a:ln>
                  <a:noFill/>
                </a:ln>
                <a:solidFill>
                  <a:srgbClr val="FFFFFF"/>
                </a:solidFill>
                <a:effectLst/>
                <a:uLnTx/>
                <a:uFillTx/>
                <a:latin typeface="Impact" panose="020B0806030902050204" pitchFamily="34" charset="0"/>
                <a:ea typeface="+mn-ea"/>
                <a:cs typeface="+mn-cs"/>
              </a:rPr>
              <a:t>     TROCA</a:t>
            </a:r>
            <a:endParaRPr kumimoji="0" lang="pt-BR" sz="6000" b="0" i="0" u="none" strike="noStrike" kern="1200" cap="none" spc="0" normalizeH="0" baseline="0" noProof="0" dirty="0">
              <a:ln>
                <a:noFill/>
              </a:ln>
              <a:solidFill>
                <a:srgbClr val="FFFFFF"/>
              </a:solidFill>
              <a:effectLst/>
              <a:uLnTx/>
              <a:uFillTx/>
              <a:latin typeface="Impact" panose="020B0806030902050204" pitchFamily="34" charset="0"/>
              <a:ea typeface="+mn-ea"/>
              <a:cs typeface="+mn-cs"/>
            </a:endParaRPr>
          </a:p>
        </p:txBody>
      </p:sp>
      <p:sp>
        <p:nvSpPr>
          <p:cNvPr id="9" name="CaixaDeTexto 8">
            <a:extLst>
              <a:ext uri="{FF2B5EF4-FFF2-40B4-BE49-F238E27FC236}">
                <a16:creationId xmlns:a16="http://schemas.microsoft.com/office/drawing/2014/main" id="{73A2D839-7F05-A930-D26F-267915B5166C}"/>
              </a:ext>
            </a:extLst>
          </p:cNvPr>
          <p:cNvSpPr txBox="1"/>
          <p:nvPr/>
        </p:nvSpPr>
        <p:spPr>
          <a:xfrm>
            <a:off x="-21294" y="4114831"/>
            <a:ext cx="2744662"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600" b="0" i="0" u="none" strike="noStrike" kern="1200" cap="none" spc="0" normalizeH="0" baseline="0" noProof="0" dirty="0">
                <a:ln>
                  <a:noFill/>
                </a:ln>
                <a:solidFill>
                  <a:srgbClr val="FFFFFF"/>
                </a:solidFill>
                <a:effectLst/>
                <a:uLnTx/>
                <a:uFillTx/>
                <a:latin typeface="Open Sans"/>
                <a:ea typeface="+mn-ea"/>
                <a:cs typeface="+mn-cs"/>
              </a:rPr>
              <a:t>. . . . . . . . . . .</a:t>
            </a:r>
          </a:p>
        </p:txBody>
      </p:sp>
      <p:sp>
        <p:nvSpPr>
          <p:cNvPr id="13" name="CaixaDeTexto 12">
            <a:extLst>
              <a:ext uri="{FF2B5EF4-FFF2-40B4-BE49-F238E27FC236}">
                <a16:creationId xmlns:a16="http://schemas.microsoft.com/office/drawing/2014/main" id="{CBB58507-07A7-C1E1-6C6F-599855AD735D}"/>
              </a:ext>
            </a:extLst>
          </p:cNvPr>
          <p:cNvSpPr txBox="1"/>
          <p:nvPr/>
        </p:nvSpPr>
        <p:spPr>
          <a:xfrm>
            <a:off x="2915144" y="5226502"/>
            <a:ext cx="339567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2400" b="0" i="0" u="none" strike="noStrike" kern="1200" cap="none" spc="0" normalizeH="0" baseline="0" noProof="0" dirty="0">
                <a:ln>
                  <a:noFill/>
                </a:ln>
                <a:solidFill>
                  <a:srgbClr val="FFFFFF"/>
                </a:solidFill>
                <a:effectLst/>
                <a:uLnTx/>
                <a:uFillTx/>
                <a:latin typeface="Open Sans"/>
                <a:ea typeface="+mn-ea"/>
                <a:cs typeface="+mn-cs"/>
              </a:rPr>
              <a:t>EMBELLEZE NOV/2025</a:t>
            </a:r>
          </a:p>
        </p:txBody>
      </p:sp>
      <p:sp>
        <p:nvSpPr>
          <p:cNvPr id="14" name="CaixaDeTexto 13">
            <a:extLst>
              <a:ext uri="{FF2B5EF4-FFF2-40B4-BE49-F238E27FC236}">
                <a16:creationId xmlns:a16="http://schemas.microsoft.com/office/drawing/2014/main" id="{D564F540-3EED-7A67-4B80-5ED5DA716917}"/>
              </a:ext>
            </a:extLst>
          </p:cNvPr>
          <p:cNvSpPr txBox="1"/>
          <p:nvPr/>
        </p:nvSpPr>
        <p:spPr>
          <a:xfrm>
            <a:off x="1502718" y="3282861"/>
            <a:ext cx="1178528" cy="13234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8000" b="0" i="0" u="none" strike="noStrike" kern="1200" cap="none" spc="0" normalizeH="0" baseline="0" noProof="0" dirty="0">
                <a:ln>
                  <a:noFill/>
                </a:ln>
                <a:solidFill>
                  <a:srgbClr val="FFFFFF"/>
                </a:solidFill>
                <a:effectLst/>
                <a:uLnTx/>
                <a:uFillTx/>
                <a:latin typeface="Impact" panose="020B0806030902050204" pitchFamily="34" charset="0"/>
                <a:ea typeface="+mn-ea"/>
                <a:cs typeface="+mn-cs"/>
              </a:rPr>
              <a:t>DE</a:t>
            </a:r>
          </a:p>
        </p:txBody>
      </p:sp>
      <p:sp>
        <p:nvSpPr>
          <p:cNvPr id="19" name="CaixaDeTexto 18">
            <a:extLst>
              <a:ext uri="{FF2B5EF4-FFF2-40B4-BE49-F238E27FC236}">
                <a16:creationId xmlns:a16="http://schemas.microsoft.com/office/drawing/2014/main" id="{4C6ED2BF-FC12-37D1-A6FC-F41A4A15477F}"/>
              </a:ext>
            </a:extLst>
          </p:cNvPr>
          <p:cNvSpPr txBox="1"/>
          <p:nvPr/>
        </p:nvSpPr>
        <p:spPr>
          <a:xfrm>
            <a:off x="-21294" y="4448755"/>
            <a:ext cx="2744662"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600" b="0" i="0" u="none" strike="noStrike" kern="1200" cap="none" spc="0" normalizeH="0" baseline="0" noProof="0" dirty="0">
                <a:ln>
                  <a:noFill/>
                </a:ln>
                <a:solidFill>
                  <a:srgbClr val="FFFFFF"/>
                </a:solidFill>
                <a:effectLst/>
                <a:uLnTx/>
                <a:uFillTx/>
                <a:latin typeface="Open Sans"/>
                <a:ea typeface="+mn-ea"/>
                <a:cs typeface="+mn-cs"/>
              </a:rPr>
              <a:t>. . . . . . . . . . .</a:t>
            </a:r>
          </a:p>
        </p:txBody>
      </p:sp>
      <p:sp>
        <p:nvSpPr>
          <p:cNvPr id="21" name="CaixaDeTexto 20">
            <a:extLst>
              <a:ext uri="{FF2B5EF4-FFF2-40B4-BE49-F238E27FC236}">
                <a16:creationId xmlns:a16="http://schemas.microsoft.com/office/drawing/2014/main" id="{093612C4-6B7B-FA4E-9BB4-D56D0D61D832}"/>
              </a:ext>
            </a:extLst>
          </p:cNvPr>
          <p:cNvSpPr txBox="1"/>
          <p:nvPr/>
        </p:nvSpPr>
        <p:spPr>
          <a:xfrm>
            <a:off x="-21294" y="4775331"/>
            <a:ext cx="2744662"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600" b="0" i="0" u="none" strike="noStrike" kern="1200" cap="none" spc="0" normalizeH="0" baseline="0" noProof="0" dirty="0">
                <a:ln>
                  <a:noFill/>
                </a:ln>
                <a:solidFill>
                  <a:srgbClr val="FFFFFF"/>
                </a:solidFill>
                <a:effectLst/>
                <a:uLnTx/>
                <a:uFillTx/>
                <a:latin typeface="Open Sans"/>
                <a:ea typeface="+mn-ea"/>
                <a:cs typeface="+mn-cs"/>
              </a:rPr>
              <a:t>. . . . . . . . . . .</a:t>
            </a:r>
          </a:p>
        </p:txBody>
      </p:sp>
      <p:sp>
        <p:nvSpPr>
          <p:cNvPr id="22" name="CaixaDeTexto 21">
            <a:extLst>
              <a:ext uri="{FF2B5EF4-FFF2-40B4-BE49-F238E27FC236}">
                <a16:creationId xmlns:a16="http://schemas.microsoft.com/office/drawing/2014/main" id="{CB1219FC-0E16-B77D-1ED4-FA95B9831640}"/>
              </a:ext>
            </a:extLst>
          </p:cNvPr>
          <p:cNvSpPr txBox="1"/>
          <p:nvPr/>
        </p:nvSpPr>
        <p:spPr>
          <a:xfrm>
            <a:off x="-26738" y="5113322"/>
            <a:ext cx="2744662"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600" b="0" i="0" u="none" strike="noStrike" kern="1200" cap="none" spc="0" normalizeH="0" baseline="0" noProof="0" dirty="0">
                <a:ln>
                  <a:noFill/>
                </a:ln>
                <a:solidFill>
                  <a:srgbClr val="FFFFFF"/>
                </a:solidFill>
                <a:effectLst/>
                <a:uLnTx/>
                <a:uFillTx/>
                <a:latin typeface="Open Sans"/>
                <a:ea typeface="+mn-ea"/>
                <a:cs typeface="+mn-cs"/>
              </a:rPr>
              <a:t>. . . . . . . . . . .</a:t>
            </a:r>
          </a:p>
        </p:txBody>
      </p:sp>
    </p:spTree>
    <p:extLst>
      <p:ext uri="{BB962C8B-B14F-4D97-AF65-F5344CB8AC3E}">
        <p14:creationId xmlns:p14="http://schemas.microsoft.com/office/powerpoint/2010/main" val="792871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4">
            <a:extLst>
              <a:ext uri="{FF2B5EF4-FFF2-40B4-BE49-F238E27FC236}">
                <a16:creationId xmlns:a16="http://schemas.microsoft.com/office/drawing/2014/main" id="{0E18CF1F-9E0C-8477-3D99-314A54D75DFA}"/>
              </a:ext>
            </a:extLst>
          </p:cNvPr>
          <p:cNvSpPr/>
          <p:nvPr/>
        </p:nvSpPr>
        <p:spPr>
          <a:xfrm>
            <a:off x="751115" y="1110342"/>
            <a:ext cx="10733314" cy="2449287"/>
          </a:xfrm>
          <a:prstGeom prst="rect">
            <a:avLst/>
          </a:prstGeom>
          <a:noFill/>
          <a:ln>
            <a:solidFill>
              <a:schemeClr val="accent5">
                <a:lumMod val="7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342900" indent="-342900">
              <a:buAutoNum type="arabicPeriod"/>
            </a:pPr>
            <a:endParaRPr lang="pt-BR" sz="1600" dirty="0">
              <a:solidFill>
                <a:schemeClr val="tx1">
                  <a:lumMod val="65000"/>
                  <a:lumOff val="35000"/>
                </a:schemeClr>
              </a:solidFill>
            </a:endParaRPr>
          </a:p>
        </p:txBody>
      </p:sp>
      <p:sp>
        <p:nvSpPr>
          <p:cNvPr id="7" name="CaixaDeTexto 6">
            <a:extLst>
              <a:ext uri="{FF2B5EF4-FFF2-40B4-BE49-F238E27FC236}">
                <a16:creationId xmlns:a16="http://schemas.microsoft.com/office/drawing/2014/main" id="{3F01B68D-A787-C631-A780-75E026DAE6B0}"/>
              </a:ext>
            </a:extLst>
          </p:cNvPr>
          <p:cNvSpPr txBox="1"/>
          <p:nvPr/>
        </p:nvSpPr>
        <p:spPr>
          <a:xfrm>
            <a:off x="1070882" y="925676"/>
            <a:ext cx="2260148" cy="369332"/>
          </a:xfrm>
          <a:prstGeom prst="rect">
            <a:avLst/>
          </a:prstGeom>
          <a:solidFill>
            <a:srgbClr val="7030A0"/>
          </a:solidFill>
        </p:spPr>
        <p:txBody>
          <a:bodyPr wrap="square">
            <a:spAutoFit/>
          </a:bodyPr>
          <a:lstStyle/>
          <a:p>
            <a:pPr algn="ctr"/>
            <a:r>
              <a:rPr lang="pt-BR" b="1" dirty="0">
                <a:solidFill>
                  <a:schemeClr val="bg1"/>
                </a:solidFill>
              </a:rPr>
              <a:t>AVARIA</a:t>
            </a:r>
          </a:p>
        </p:txBody>
      </p:sp>
      <p:sp>
        <p:nvSpPr>
          <p:cNvPr id="4" name="CaixaDeTexto 3">
            <a:extLst>
              <a:ext uri="{FF2B5EF4-FFF2-40B4-BE49-F238E27FC236}">
                <a16:creationId xmlns:a16="http://schemas.microsoft.com/office/drawing/2014/main" id="{E3E4DB26-77CD-2091-FD49-8BF7B625CD06}"/>
              </a:ext>
            </a:extLst>
          </p:cNvPr>
          <p:cNvSpPr txBox="1"/>
          <p:nvPr/>
        </p:nvSpPr>
        <p:spPr>
          <a:xfrm>
            <a:off x="870857" y="1572007"/>
            <a:ext cx="8382000" cy="1477328"/>
          </a:xfrm>
          <a:prstGeom prst="rect">
            <a:avLst/>
          </a:prstGeom>
          <a:noFill/>
        </p:spPr>
        <p:txBody>
          <a:bodyPr wrap="square">
            <a:spAutoFit/>
          </a:bodyPr>
          <a:lstStyle/>
          <a:p>
            <a:pPr marL="342900" indent="-342900">
              <a:buAutoNum type="arabicPeriod"/>
            </a:pPr>
            <a:endParaRPr lang="pt-BR" sz="1800" dirty="0">
              <a:solidFill>
                <a:schemeClr val="tx1">
                  <a:lumMod val="65000"/>
                  <a:lumOff val="35000"/>
                </a:schemeClr>
              </a:solidFill>
            </a:endParaRPr>
          </a:p>
          <a:p>
            <a:pPr marL="342900" indent="-342900">
              <a:buAutoNum type="arabicPeriod"/>
            </a:pPr>
            <a:r>
              <a:rPr lang="pt-BR" sz="1800" dirty="0">
                <a:solidFill>
                  <a:schemeClr val="tx1">
                    <a:lumMod val="65000"/>
                    <a:lumOff val="35000"/>
                  </a:schemeClr>
                </a:solidFill>
              </a:rPr>
              <a:t>SERÁ CONSIDERADA APENAS A QUE OCORRER NO ATO DA ENTREGA</a:t>
            </a:r>
          </a:p>
          <a:p>
            <a:pPr marL="342900" indent="-342900">
              <a:buFontTx/>
              <a:buAutoNum type="arabicPeriod"/>
            </a:pPr>
            <a:r>
              <a:rPr lang="pt-BR" dirty="0">
                <a:solidFill>
                  <a:schemeClr val="tx1">
                    <a:lumMod val="65000"/>
                    <a:lumOff val="35000"/>
                  </a:schemeClr>
                </a:solidFill>
              </a:rPr>
              <a:t>EVIDÊNCIA DA OCORRÊNCIA (FOTO OU FILMAGEM)</a:t>
            </a:r>
            <a:endParaRPr lang="pt-BR" sz="1800" dirty="0">
              <a:solidFill>
                <a:schemeClr val="tx1">
                  <a:lumMod val="65000"/>
                  <a:lumOff val="35000"/>
                </a:schemeClr>
              </a:solidFill>
            </a:endParaRPr>
          </a:p>
          <a:p>
            <a:pPr marL="342900" indent="-342900">
              <a:buAutoNum type="arabicPeriod"/>
            </a:pPr>
            <a:r>
              <a:rPr lang="pt-BR" sz="1800" dirty="0">
                <a:solidFill>
                  <a:schemeClr val="tx1">
                    <a:lumMod val="65000"/>
                    <a:lumOff val="35000"/>
                  </a:schemeClr>
                </a:solidFill>
              </a:rPr>
              <a:t>NOTA FISCAL DE DEVOLUÇÃO</a:t>
            </a:r>
          </a:p>
          <a:p>
            <a:pPr marL="342900" indent="-342900">
              <a:buAutoNum type="arabicPeriod"/>
            </a:pPr>
            <a:r>
              <a:rPr lang="pt-BR" sz="1800" dirty="0">
                <a:solidFill>
                  <a:schemeClr val="tx1">
                    <a:lumMod val="65000"/>
                    <a:lumOff val="35000"/>
                  </a:schemeClr>
                </a:solidFill>
              </a:rPr>
              <a:t>PROCEDER DÉBITO DA TRANSPORTADORA</a:t>
            </a:r>
          </a:p>
        </p:txBody>
      </p:sp>
      <p:sp>
        <p:nvSpPr>
          <p:cNvPr id="6" name="CaixaDeTexto 5">
            <a:extLst>
              <a:ext uri="{FF2B5EF4-FFF2-40B4-BE49-F238E27FC236}">
                <a16:creationId xmlns:a16="http://schemas.microsoft.com/office/drawing/2014/main" id="{432DD6E5-2ABA-DF53-9BE9-E5859403CB18}"/>
              </a:ext>
            </a:extLst>
          </p:cNvPr>
          <p:cNvSpPr txBox="1"/>
          <p:nvPr/>
        </p:nvSpPr>
        <p:spPr>
          <a:xfrm>
            <a:off x="805541" y="162626"/>
            <a:ext cx="8872172" cy="369332"/>
          </a:xfrm>
          <a:prstGeom prst="rect">
            <a:avLst/>
          </a:prstGeom>
          <a:noFill/>
        </p:spPr>
        <p:txBody>
          <a:bodyPr wrap="none" lIns="91440" tIns="45720" rIns="91440" bIns="45720" rtlCol="0" anchor="t">
            <a:spAutoFit/>
          </a:bodyPr>
          <a:lstStyle/>
          <a:p>
            <a:r>
              <a:rPr lang="pt-BR">
                <a:solidFill>
                  <a:srgbClr val="FF0000"/>
                </a:solidFill>
                <a:highlight>
                  <a:srgbClr val="FFFF00"/>
                </a:highlight>
              </a:rPr>
              <a:t>PROCESSO VÁLIDO SOMENTE PARA OS CLIENTES QUE APRESENTAREM NF DE ORIGEM</a:t>
            </a:r>
            <a:endParaRPr lang="pt-BR" dirty="0">
              <a:solidFill>
                <a:srgbClr val="FF0000"/>
              </a:solidFill>
              <a:highlight>
                <a:srgbClr val="FFFF00"/>
              </a:highlight>
            </a:endParaRPr>
          </a:p>
        </p:txBody>
      </p:sp>
      <p:pic>
        <p:nvPicPr>
          <p:cNvPr id="9" name="Gráfico 8" descr="Aviso com preenchimento sólido">
            <a:extLst>
              <a:ext uri="{FF2B5EF4-FFF2-40B4-BE49-F238E27FC236}">
                <a16:creationId xmlns:a16="http://schemas.microsoft.com/office/drawing/2014/main" id="{418D5A15-B8E0-68B0-6760-647E17783AD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3490" y="-38688"/>
            <a:ext cx="719139" cy="719139"/>
          </a:xfrm>
          <a:prstGeom prst="rect">
            <a:avLst/>
          </a:prstGeom>
        </p:spPr>
      </p:pic>
    </p:spTree>
    <p:extLst>
      <p:ext uri="{BB962C8B-B14F-4D97-AF65-F5344CB8AC3E}">
        <p14:creationId xmlns:p14="http://schemas.microsoft.com/office/powerpoint/2010/main" val="998803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5C80E-864C-1692-6DCB-0082884E35E7}"/>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DBABCC2E-FAAB-A887-F21D-6B074851274E}"/>
              </a:ext>
            </a:extLst>
          </p:cNvPr>
          <p:cNvSpPr/>
          <p:nvPr/>
        </p:nvSpPr>
        <p:spPr>
          <a:xfrm>
            <a:off x="751115" y="637709"/>
            <a:ext cx="10929256" cy="6117243"/>
          </a:xfrm>
          <a:prstGeom prst="rect">
            <a:avLst/>
          </a:prstGeom>
          <a:noFill/>
          <a:ln>
            <a:solidFill>
              <a:schemeClr val="accent5">
                <a:lumMod val="75000"/>
              </a:schemeClr>
            </a:solidFill>
          </a:ln>
        </p:spPr>
        <p:style>
          <a:lnRef idx="2">
            <a:schemeClr val="dk1">
              <a:shade val="15000"/>
            </a:schemeClr>
          </a:lnRef>
          <a:fillRef idx="1">
            <a:schemeClr val="dk1"/>
          </a:fillRef>
          <a:effectRef idx="0">
            <a:schemeClr val="dk1"/>
          </a:effectRef>
          <a:fontRef idx="minor">
            <a:schemeClr val="lt1"/>
          </a:fontRef>
        </p:style>
        <p:txBody>
          <a:bodyPr lIns="91440" tIns="45720" rIns="91440" bIns="45720" rtlCol="0" anchor="ctr"/>
          <a:lstStyle/>
          <a:p>
            <a:endParaRPr lang="pt-BR" sz="1600" b="1" dirty="0">
              <a:solidFill>
                <a:schemeClr val="tx1">
                  <a:lumMod val="65000"/>
                  <a:lumOff val="35000"/>
                </a:schemeClr>
              </a:solidFill>
            </a:endParaRPr>
          </a:p>
          <a:p>
            <a:r>
              <a:rPr lang="pt-BR" sz="1600" b="1" dirty="0">
                <a:solidFill>
                  <a:schemeClr val="tx1">
                    <a:lumMod val="65000"/>
                    <a:lumOff val="35000"/>
                  </a:schemeClr>
                </a:solidFill>
              </a:rPr>
              <a:t>DEFINIÇÃO ITEM VENCIDO:</a:t>
            </a:r>
            <a:endParaRPr lang="pt-BR" dirty="0">
              <a:solidFill>
                <a:schemeClr val="tx1">
                  <a:lumMod val="65000"/>
                  <a:lumOff val="35000"/>
                </a:schemeClr>
              </a:solidFill>
            </a:endParaRPr>
          </a:p>
          <a:p>
            <a:r>
              <a:rPr lang="pt-BR" sz="1600" dirty="0">
                <a:solidFill>
                  <a:schemeClr val="tx1">
                    <a:lumMod val="65000"/>
                    <a:lumOff val="35000"/>
                  </a:schemeClr>
                </a:solidFill>
              </a:rPr>
              <a:t>ITEM ACIMA DO PRAZO DE VALIDADE DO PRODUTO QUE CONSIDERAMOS 36 MESES PARA TODOS OS SKUS COM EXCEÇÃO DE HENE QUE SÃO 24 MESES. SOMENTE SERÃO ACEITOS COMO PRODUTOS VENCIDOS, PRODUTOS COM NO MÁXIMO 2 MESES DE VENCIMENTO APÓS A VALIDADE</a:t>
            </a:r>
          </a:p>
          <a:p>
            <a:endParaRPr lang="pt-BR" sz="1600" dirty="0">
              <a:solidFill>
                <a:schemeClr val="tx1">
                  <a:lumMod val="65000"/>
                  <a:lumOff val="35000"/>
                </a:schemeClr>
              </a:solidFill>
            </a:endParaRPr>
          </a:p>
          <a:p>
            <a:endParaRPr lang="pt-BR" sz="1600" b="1" dirty="0">
              <a:solidFill>
                <a:schemeClr val="tx1">
                  <a:lumMod val="65000"/>
                  <a:lumOff val="35000"/>
                </a:schemeClr>
              </a:solidFill>
            </a:endParaRPr>
          </a:p>
          <a:p>
            <a:r>
              <a:rPr lang="pt-BR" sz="1600" b="1" dirty="0">
                <a:solidFill>
                  <a:schemeClr val="tx1">
                    <a:lumMod val="65000"/>
                    <a:lumOff val="35000"/>
                  </a:schemeClr>
                </a:solidFill>
              </a:rPr>
              <a:t>O QUE É NECESSÁRIO PARA APROVAÇÃO:</a:t>
            </a:r>
          </a:p>
          <a:p>
            <a:pPr marL="342900" indent="-342900">
              <a:buFont typeface="Calibri"/>
              <a:buChar char="-"/>
            </a:pPr>
            <a:r>
              <a:rPr lang="pt-BR" sz="1600" dirty="0">
                <a:solidFill>
                  <a:schemeClr val="tx1">
                    <a:lumMod val="65000"/>
                    <a:lumOff val="35000"/>
                  </a:schemeClr>
                </a:solidFill>
              </a:rPr>
              <a:t>FOTO DOS ITENS VENCIDOS COM A PALAVRA CHAVE DO MÊS</a:t>
            </a:r>
          </a:p>
          <a:p>
            <a:pPr marL="342900" indent="-342900">
              <a:buFont typeface="Calibri"/>
              <a:buChar char="-"/>
            </a:pPr>
            <a:endParaRPr lang="pt-BR" sz="1600" dirty="0">
              <a:solidFill>
                <a:schemeClr val="tx1">
                  <a:lumMod val="65000"/>
                  <a:lumOff val="35000"/>
                </a:schemeClr>
              </a:solidFill>
            </a:endParaRPr>
          </a:p>
          <a:p>
            <a:r>
              <a:rPr lang="pt-BR" sz="1600" dirty="0">
                <a:solidFill>
                  <a:schemeClr val="tx1">
                    <a:lumMod val="65000"/>
                    <a:lumOff val="35000"/>
                  </a:schemeClr>
                </a:solidFill>
              </a:rPr>
              <a:t>SE MERCADORIA DEVOLVIDA:</a:t>
            </a:r>
          </a:p>
          <a:p>
            <a:pPr marL="742950" lvl="1" indent="-285750">
              <a:buFont typeface="Aptos"/>
              <a:buChar char="›"/>
            </a:pPr>
            <a:r>
              <a:rPr lang="pt-BR" sz="1600" dirty="0">
                <a:solidFill>
                  <a:schemeClr val="tx1">
                    <a:lumMod val="65000"/>
                    <a:lumOff val="35000"/>
                  </a:schemeClr>
                </a:solidFill>
              </a:rPr>
              <a:t> NOTA FISCAL DE ORIGEM DA MERCADORIA</a:t>
            </a:r>
          </a:p>
          <a:p>
            <a:pPr marL="800100" lvl="1" indent="-342900">
              <a:buFont typeface="Aptos"/>
              <a:buChar char="›"/>
            </a:pPr>
            <a:r>
              <a:rPr lang="pt-BR" sz="1600" dirty="0">
                <a:solidFill>
                  <a:schemeClr val="tx1">
                    <a:lumMod val="65000"/>
                    <a:lumOff val="35000"/>
                  </a:schemeClr>
                </a:solidFill>
              </a:rPr>
              <a:t>NOTA FISCAL DE DEVOLUÇÃO DA MERCADORIA</a:t>
            </a:r>
          </a:p>
          <a:p>
            <a:r>
              <a:rPr lang="pt-BR" sz="1600" dirty="0">
                <a:solidFill>
                  <a:schemeClr val="tx1">
                    <a:lumMod val="65000"/>
                    <a:lumOff val="35000"/>
                  </a:schemeClr>
                </a:solidFill>
              </a:rPr>
              <a:t>SE MERCADORIA DESCARTADA:</a:t>
            </a:r>
          </a:p>
          <a:p>
            <a:pPr marL="742950" lvl="1" indent="-285750">
              <a:buFont typeface="Aptos,Sans-Serif"/>
              <a:buChar char="›"/>
            </a:pPr>
            <a:r>
              <a:rPr lang="pt-BR" sz="1600" dirty="0">
                <a:solidFill>
                  <a:schemeClr val="tx1">
                    <a:lumMod val="65000"/>
                    <a:lumOff val="35000"/>
                  </a:schemeClr>
                </a:solidFill>
              </a:rPr>
              <a:t> NOTA FISCAL DE BAIXA DA MERCADORIA</a:t>
            </a:r>
            <a:endParaRPr lang="en-US" sz="1600" dirty="0">
              <a:solidFill>
                <a:schemeClr val="tx1">
                  <a:lumMod val="65000"/>
                  <a:lumOff val="35000"/>
                </a:schemeClr>
              </a:solidFill>
            </a:endParaRPr>
          </a:p>
          <a:p>
            <a:pPr marL="800100" lvl="1" indent="-342900">
              <a:buFont typeface="Aptos,Sans-Serif"/>
              <a:buChar char="›"/>
            </a:pPr>
            <a:r>
              <a:rPr lang="pt-BR" sz="1600" dirty="0">
                <a:solidFill>
                  <a:schemeClr val="tx1">
                    <a:lumMod val="65000"/>
                    <a:lumOff val="35000"/>
                  </a:schemeClr>
                </a:solidFill>
              </a:rPr>
              <a:t>DOCUMENTOS DO LOCAL ONDE PRODUTOS FORAM DESCARTADOS</a:t>
            </a:r>
          </a:p>
          <a:p>
            <a:endParaRPr lang="pt-BR" sz="1600" dirty="0">
              <a:solidFill>
                <a:schemeClr val="tx1">
                  <a:lumMod val="65000"/>
                  <a:lumOff val="35000"/>
                </a:schemeClr>
              </a:solidFill>
            </a:endParaRPr>
          </a:p>
          <a:p>
            <a:r>
              <a:rPr lang="pt-BR" sz="1600" b="1" dirty="0">
                <a:solidFill>
                  <a:schemeClr val="tx1">
                    <a:lumMod val="65000"/>
                    <a:lumOff val="35000"/>
                  </a:schemeClr>
                </a:solidFill>
              </a:rPr>
              <a:t>REGRAS: </a:t>
            </a:r>
          </a:p>
          <a:p>
            <a:pPr marL="285750" indent="-285750">
              <a:buFont typeface="Calibri" panose="020B0004020202020204" pitchFamily="34" charset="0"/>
              <a:buChar char="-"/>
            </a:pPr>
            <a:r>
              <a:rPr lang="pt-BR" sz="1600" dirty="0">
                <a:solidFill>
                  <a:schemeClr val="tx1">
                    <a:lumMod val="65000"/>
                    <a:lumOff val="35000"/>
                  </a:schemeClr>
                </a:solidFill>
              </a:rPr>
              <a:t>O PAGAMENTO SERÁ FEITO VIA BONIFICAÇÃO CONSIDERANDO O PREÇO VIGENTE</a:t>
            </a:r>
          </a:p>
          <a:p>
            <a:pPr marL="285750" indent="-285750">
              <a:buFont typeface="Calibri" panose="020B0004020202020204" pitchFamily="34" charset="0"/>
              <a:buChar char="-"/>
            </a:pPr>
            <a:r>
              <a:rPr lang="pt-BR" sz="1600" dirty="0">
                <a:solidFill>
                  <a:schemeClr val="tx1">
                    <a:lumMod val="65000"/>
                    <a:lumOff val="35000"/>
                  </a:schemeClr>
                </a:solidFill>
              </a:rPr>
              <a:t>A BONIFICAÇÃO SERÁ FEITA COM BASE NOS ITENS OBRIGATÓRIOS E LANÇAMENTOS DO GUIA MIX </a:t>
            </a:r>
          </a:p>
          <a:p>
            <a:pPr marL="742950" lvl="1" indent="-285750">
              <a:buFont typeface="Aptos" panose="020B0004020202020204" pitchFamily="34" charset="0"/>
              <a:buChar char="›"/>
            </a:pPr>
            <a:r>
              <a:rPr lang="pt-BR" sz="1600" dirty="0">
                <a:solidFill>
                  <a:schemeClr val="tx1">
                    <a:lumMod val="65000"/>
                    <a:lumOff val="35000"/>
                  </a:schemeClr>
                </a:solidFill>
              </a:rPr>
              <a:t>CADA FAMÍLIA BONIFICADA NÃO PODE ULTRAPASSAR 30% DO VALOR TOTAL DA BONIFICAÇÃO</a:t>
            </a:r>
          </a:p>
          <a:p>
            <a:pPr marL="285750" indent="-285750">
              <a:buFont typeface="Calibri" panose="020B0004020202020204" pitchFamily="34" charset="0"/>
              <a:buChar char="-"/>
            </a:pPr>
            <a:r>
              <a:rPr lang="pt-BR" sz="1600" dirty="0">
                <a:solidFill>
                  <a:schemeClr val="tx1">
                    <a:lumMod val="65000"/>
                    <a:lumOff val="35000"/>
                  </a:schemeClr>
                </a:solidFill>
              </a:rPr>
              <a:t>A BONIFICAÇÃO SEMPRE SEGUIRÁ COM O PRÓXIMO PEDIDO DO CLIENTE</a:t>
            </a:r>
          </a:p>
          <a:p>
            <a:pPr marL="285750" indent="-285750">
              <a:buFont typeface="Calibri" panose="020B0004020202020204" pitchFamily="34" charset="0"/>
              <a:buChar char="-"/>
            </a:pPr>
            <a:r>
              <a:rPr lang="pt-BR" sz="1600" dirty="0">
                <a:solidFill>
                  <a:schemeClr val="tx1">
                    <a:lumMod val="65000"/>
                    <a:lumOff val="35000"/>
                  </a:schemeClr>
                </a:solidFill>
              </a:rPr>
              <a:t>SERÁ VERIFICADO A POSSIBILIDADE DO DESCARTE PELO CLIENTE OU RETORNO DA MERCADORIA PARA A EMBELLEZE</a:t>
            </a:r>
          </a:p>
          <a:p>
            <a:pPr marL="285750" indent="-285750">
              <a:buFont typeface="Calibri" panose="020B0004020202020204" pitchFamily="34" charset="0"/>
              <a:buChar char="-"/>
            </a:pPr>
            <a:r>
              <a:rPr lang="pt-BR" sz="1600" dirty="0">
                <a:solidFill>
                  <a:schemeClr val="tx1">
                    <a:lumMod val="65000"/>
                    <a:lumOff val="35000"/>
                  </a:schemeClr>
                </a:solidFill>
              </a:rPr>
              <a:t>PROCESSO ACONTECERÁ MEDIANTE AVALIAÇÃO E APROVAÇÃO INTERNA</a:t>
            </a:r>
          </a:p>
        </p:txBody>
      </p:sp>
      <p:sp>
        <p:nvSpPr>
          <p:cNvPr id="7" name="CaixaDeTexto 6">
            <a:extLst>
              <a:ext uri="{FF2B5EF4-FFF2-40B4-BE49-F238E27FC236}">
                <a16:creationId xmlns:a16="http://schemas.microsoft.com/office/drawing/2014/main" id="{DE5E7127-DC0B-2601-FAD8-85A8C1333C9D}"/>
              </a:ext>
            </a:extLst>
          </p:cNvPr>
          <p:cNvSpPr txBox="1"/>
          <p:nvPr/>
        </p:nvSpPr>
        <p:spPr>
          <a:xfrm>
            <a:off x="755058" y="267021"/>
            <a:ext cx="2336347" cy="369332"/>
          </a:xfrm>
          <a:prstGeom prst="rect">
            <a:avLst/>
          </a:prstGeom>
          <a:solidFill>
            <a:srgbClr val="7030A0"/>
          </a:solidFill>
        </p:spPr>
        <p:txBody>
          <a:bodyPr wrap="square">
            <a:spAutoFit/>
          </a:bodyPr>
          <a:lstStyle/>
          <a:p>
            <a:pPr algn="ctr"/>
            <a:r>
              <a:rPr lang="pt-BR" b="1" dirty="0">
                <a:solidFill>
                  <a:schemeClr val="bg1"/>
                </a:solidFill>
              </a:rPr>
              <a:t>VENCIDO </a:t>
            </a:r>
          </a:p>
        </p:txBody>
      </p:sp>
    </p:spTree>
    <p:extLst>
      <p:ext uri="{BB962C8B-B14F-4D97-AF65-F5344CB8AC3E}">
        <p14:creationId xmlns:p14="http://schemas.microsoft.com/office/powerpoint/2010/main" val="1521145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DA05C-24FA-3CAB-FC75-8401F3A7549E}"/>
            </a:ext>
          </a:extLst>
        </p:cNvPr>
        <p:cNvGrpSpPr/>
        <p:nvPr/>
      </p:nvGrpSpPr>
      <p:grpSpPr>
        <a:xfrm>
          <a:off x="0" y="0"/>
          <a:ext cx="0" cy="0"/>
          <a:chOff x="0" y="0"/>
          <a:chExt cx="0" cy="0"/>
        </a:xfrm>
      </p:grpSpPr>
      <p:sp>
        <p:nvSpPr>
          <p:cNvPr id="10" name="Retângulo 9">
            <a:extLst>
              <a:ext uri="{FF2B5EF4-FFF2-40B4-BE49-F238E27FC236}">
                <a16:creationId xmlns:a16="http://schemas.microsoft.com/office/drawing/2014/main" id="{2BA7D832-6042-C44E-C2A1-A92C6F3F45A2}"/>
              </a:ext>
            </a:extLst>
          </p:cNvPr>
          <p:cNvSpPr/>
          <p:nvPr/>
        </p:nvSpPr>
        <p:spPr>
          <a:xfrm>
            <a:off x="737042" y="216270"/>
            <a:ext cx="11049797" cy="6440562"/>
          </a:xfrm>
          <a:prstGeom prst="rect">
            <a:avLst/>
          </a:prstGeom>
          <a:noFill/>
          <a:ln>
            <a:solidFill>
              <a:schemeClr val="accent5">
                <a:lumMod val="75000"/>
              </a:schemeClr>
            </a:solidFill>
          </a:ln>
        </p:spPr>
        <p:style>
          <a:lnRef idx="2">
            <a:schemeClr val="dk1">
              <a:shade val="15000"/>
            </a:schemeClr>
          </a:lnRef>
          <a:fillRef idx="1">
            <a:schemeClr val="dk1"/>
          </a:fillRef>
          <a:effectRef idx="0">
            <a:schemeClr val="dk1"/>
          </a:effectRef>
          <a:fontRef idx="minor">
            <a:schemeClr val="lt1"/>
          </a:fontRef>
        </p:style>
        <p:txBody>
          <a:bodyPr lIns="91440" tIns="45720" rIns="91440" bIns="45720" rtlCol="0" anchor="t"/>
          <a:lstStyle/>
          <a:p>
            <a:pPr marL="342900" indent="-342900">
              <a:buAutoNum type="arabicPeriod"/>
            </a:pPr>
            <a:endParaRPr lang="pt-BR" sz="1600" dirty="0">
              <a:solidFill>
                <a:schemeClr val="tx1">
                  <a:lumMod val="65000"/>
                  <a:lumOff val="35000"/>
                </a:schemeClr>
              </a:solidFill>
            </a:endParaRPr>
          </a:p>
          <a:p>
            <a:pPr marL="342900" indent="-342900">
              <a:buAutoNum type="arabicPeriod"/>
            </a:pPr>
            <a:endParaRPr lang="pt-BR" sz="1600" dirty="0">
              <a:solidFill>
                <a:schemeClr val="tx1">
                  <a:lumMod val="65000"/>
                  <a:lumOff val="35000"/>
                </a:schemeClr>
              </a:solidFill>
            </a:endParaRPr>
          </a:p>
          <a:p>
            <a:r>
              <a:rPr lang="pt-BR" sz="1600" b="1" dirty="0">
                <a:solidFill>
                  <a:schemeClr val="tx1">
                    <a:lumMod val="65000"/>
                    <a:lumOff val="35000"/>
                  </a:schemeClr>
                </a:solidFill>
              </a:rPr>
              <a:t>DEFINIÇÃO ITEM DE BAIXO GIRO:</a:t>
            </a:r>
          </a:p>
          <a:p>
            <a:r>
              <a:rPr lang="pt-BR" sz="1600" dirty="0">
                <a:solidFill>
                  <a:schemeClr val="tx1">
                    <a:lumMod val="65000"/>
                    <a:lumOff val="35000"/>
                  </a:schemeClr>
                </a:solidFill>
              </a:rPr>
              <a:t>ITEM QUE O CLIENTE DEIXOU DE COMPRAR (SELL IN) E NOS 4 MESES SUBSEQUENTES O SELL OUT NÃO FOI SUFICIENTE PARA REDUZIR O ESTOQUE</a:t>
            </a:r>
          </a:p>
          <a:p>
            <a:endParaRPr lang="pt-BR" sz="1600" dirty="0">
              <a:solidFill>
                <a:schemeClr val="tx1">
                  <a:lumMod val="65000"/>
                  <a:lumOff val="35000"/>
                </a:schemeClr>
              </a:solidFill>
            </a:endParaRPr>
          </a:p>
          <a:p>
            <a:r>
              <a:rPr lang="pt-BR" sz="1600" b="1" dirty="0">
                <a:solidFill>
                  <a:schemeClr val="tx1">
                    <a:lumMod val="65000"/>
                    <a:lumOff val="35000"/>
                  </a:schemeClr>
                </a:solidFill>
              </a:rPr>
              <a:t> O QUE É NECESSÁRIO PARA APROVAÇÃO:</a:t>
            </a:r>
          </a:p>
          <a:p>
            <a:pPr marL="342900" indent="-342900">
              <a:buAutoNum type="arabicPeriod"/>
            </a:pPr>
            <a:r>
              <a:rPr lang="pt-BR" sz="1600" dirty="0">
                <a:solidFill>
                  <a:schemeClr val="tx1">
                    <a:lumMod val="65000"/>
                    <a:lumOff val="35000"/>
                  </a:schemeClr>
                </a:solidFill>
              </a:rPr>
              <a:t>FOTO DOS ITENS COM A PALAVRA CHAVE DO MÊS</a:t>
            </a:r>
          </a:p>
          <a:p>
            <a:pPr marL="342900" indent="-342900">
              <a:buAutoNum type="arabicPeriod"/>
            </a:pPr>
            <a:r>
              <a:rPr lang="pt-BR" sz="1600" dirty="0">
                <a:solidFill>
                  <a:schemeClr val="tx1">
                    <a:lumMod val="65000"/>
                    <a:lumOff val="35000"/>
                  </a:schemeClr>
                </a:solidFill>
              </a:rPr>
              <a:t>DOCUMENTAÇÃO DO CLIENTE PARA COMPROVAÇÃO DA QUANTIDADE DO ITEM</a:t>
            </a:r>
          </a:p>
          <a:p>
            <a:pPr marL="342900" indent="-342900">
              <a:buFontTx/>
              <a:buAutoNum type="arabicPeriod"/>
            </a:pPr>
            <a:r>
              <a:rPr lang="pt-BR" sz="1600" dirty="0">
                <a:solidFill>
                  <a:schemeClr val="tx1">
                    <a:lumMod val="65000"/>
                    <a:lumOff val="35000"/>
                  </a:schemeClr>
                </a:solidFill>
              </a:rPr>
              <a:t>COMPROVAÇÃO DAS 4 ÚLTIMAS COMPRAS DO CLIENTE DO ITEM (SELL IN) - PRINT DO ITEM NO COCKPIT BI</a:t>
            </a:r>
          </a:p>
          <a:p>
            <a:pPr marL="342900" indent="-342900">
              <a:buAutoNum type="arabicPeriod"/>
            </a:pPr>
            <a:r>
              <a:rPr lang="pt-BR" sz="1600" dirty="0">
                <a:solidFill>
                  <a:schemeClr val="tx1">
                    <a:lumMod val="65000"/>
                    <a:lumOff val="35000"/>
                  </a:schemeClr>
                </a:solidFill>
              </a:rPr>
              <a:t>RELATÓRIO DE SELL OUT DO CLIENTE  DOS ÚLTIMOS 4 MESES</a:t>
            </a:r>
          </a:p>
          <a:p>
            <a:pPr marL="342900" indent="-342900">
              <a:buAutoNum type="arabicPeriod"/>
            </a:pPr>
            <a:r>
              <a:rPr lang="pt-BR" sz="1600" dirty="0">
                <a:solidFill>
                  <a:schemeClr val="tx1">
                    <a:lumMod val="65000"/>
                    <a:lumOff val="35000"/>
                  </a:schemeClr>
                </a:solidFill>
              </a:rPr>
              <a:t>COMPROVAÇÃO DO NÍVEL DE ESTOQUE DO ITEM ACIMA DE 100 DIAS AO FINAL DOS 4 MESES</a:t>
            </a:r>
          </a:p>
          <a:p>
            <a:endParaRPr lang="pt-BR" sz="1600" dirty="0">
              <a:solidFill>
                <a:schemeClr val="tx1">
                  <a:lumMod val="65000"/>
                  <a:lumOff val="35000"/>
                </a:schemeClr>
              </a:solidFill>
            </a:endParaRPr>
          </a:p>
          <a:p>
            <a:r>
              <a:rPr lang="pt-BR" sz="1600" b="1" dirty="0">
                <a:solidFill>
                  <a:schemeClr val="tx1">
                    <a:lumMod val="65000"/>
                    <a:lumOff val="35000"/>
                  </a:schemeClr>
                </a:solidFill>
              </a:rPr>
              <a:t>REGRAS: </a:t>
            </a:r>
          </a:p>
          <a:p>
            <a:r>
              <a:rPr lang="pt-BR" sz="1600" dirty="0">
                <a:solidFill>
                  <a:schemeClr val="tx1">
                    <a:lumMod val="65000"/>
                    <a:lumOff val="35000"/>
                  </a:schemeClr>
                </a:solidFill>
              </a:rPr>
              <a:t>- O PAGAMENTO SERÁ FEITO VIA BONIFICAÇÃO CONSIDERANDO O PREÇO VIGENTE</a:t>
            </a:r>
          </a:p>
          <a:p>
            <a:r>
              <a:rPr lang="pt-BR" sz="1600" dirty="0">
                <a:solidFill>
                  <a:schemeClr val="tx1">
                    <a:lumMod val="65000"/>
                    <a:lumOff val="35000"/>
                  </a:schemeClr>
                </a:solidFill>
              </a:rPr>
              <a:t>- A BONIFICAÇÃO SERÁ FEITA COM BASE NOS ITENS OBRIGATÓRIOS E LANÇAMENTOS DO GUIA MIX</a:t>
            </a:r>
          </a:p>
          <a:p>
            <a:pPr marL="742950" lvl="1" indent="-285750">
              <a:buFont typeface="Aptos" panose="020B0004020202020204" pitchFamily="34" charset="0"/>
              <a:buChar char="›"/>
            </a:pPr>
            <a:r>
              <a:rPr lang="pt-BR" sz="1600" dirty="0">
                <a:solidFill>
                  <a:schemeClr val="tx1">
                    <a:lumMod val="65000"/>
                    <a:lumOff val="35000"/>
                  </a:schemeClr>
                </a:solidFill>
              </a:rPr>
              <a:t>CADA FAMÍLIA BONIFICADA NÃO PODE ULTRAPASSAR 30% DO VALOR TOTAL DA BONIFICAÇÃO</a:t>
            </a:r>
          </a:p>
          <a:p>
            <a:r>
              <a:rPr lang="pt-BR" sz="1600" dirty="0">
                <a:solidFill>
                  <a:schemeClr val="tx1">
                    <a:lumMod val="65000"/>
                    <a:lumOff val="35000"/>
                  </a:schemeClr>
                </a:solidFill>
              </a:rPr>
              <a:t>- A BONIFICAÇÃO SEMPRE SEGUIRÁ COM O PRÓXIMO PEDIDO DO CLIENTE</a:t>
            </a:r>
          </a:p>
          <a:p>
            <a:r>
              <a:rPr lang="pt-BR" sz="1600" dirty="0">
                <a:solidFill>
                  <a:schemeClr val="tx1">
                    <a:lumMod val="65000"/>
                    <a:lumOff val="35000"/>
                  </a:schemeClr>
                </a:solidFill>
              </a:rPr>
              <a:t>- OS ITENS DEVEM SER USADOS PARA AÇÕES NO PDV, COMO AÇÕES DE COMPRE GANHE, ESTOURA BALÃO, CESTA DE PRODUTOS, ETC.</a:t>
            </a:r>
          </a:p>
          <a:p>
            <a:r>
              <a:rPr lang="pt-BR" sz="1600" dirty="0">
                <a:solidFill>
                  <a:schemeClr val="tx1">
                    <a:lumMod val="65000"/>
                    <a:lumOff val="35000"/>
                  </a:schemeClr>
                </a:solidFill>
              </a:rPr>
              <a:t>- ENVIAR PRINT DO BI COM A VENDAS (SELL IN) DOS ÚLTIMOS 4 MESES DO ITEM</a:t>
            </a:r>
          </a:p>
          <a:p>
            <a:r>
              <a:rPr lang="pt-BR" sz="1600" dirty="0">
                <a:solidFill>
                  <a:schemeClr val="tx1">
                    <a:lumMod val="65000"/>
                    <a:lumOff val="35000"/>
                  </a:schemeClr>
                </a:solidFill>
              </a:rPr>
              <a:t>- PROCESSO ACONTECERÁ MEDIANTE AVALIAÇÃO E APROVAÇÃO INTERNA</a:t>
            </a:r>
          </a:p>
          <a:p>
            <a:pPr marL="285750" indent="-285750">
              <a:buFont typeface="Aptos" panose="020B0004020202020204" pitchFamily="34" charset="0"/>
              <a:buChar char="›"/>
            </a:pPr>
            <a:endParaRPr lang="pt-BR" sz="1600" dirty="0">
              <a:solidFill>
                <a:schemeClr val="tx1">
                  <a:lumMod val="65000"/>
                  <a:lumOff val="35000"/>
                </a:schemeClr>
              </a:solidFill>
            </a:endParaRPr>
          </a:p>
          <a:p>
            <a:pPr marL="285750" indent="-285750">
              <a:buFont typeface="Aptos" panose="020B0004020202020204" pitchFamily="34" charset="0"/>
              <a:buChar char="›"/>
            </a:pPr>
            <a:endParaRPr lang="pt-BR" sz="1600" dirty="0">
              <a:solidFill>
                <a:schemeClr val="tx1">
                  <a:lumMod val="65000"/>
                  <a:lumOff val="35000"/>
                </a:schemeClr>
              </a:solidFill>
            </a:endParaRPr>
          </a:p>
          <a:p>
            <a:r>
              <a:rPr lang="pt-BR" sz="1600" i="1" dirty="0">
                <a:solidFill>
                  <a:schemeClr val="tx1">
                    <a:lumMod val="65000"/>
                    <a:lumOff val="35000"/>
                  </a:schemeClr>
                </a:solidFill>
              </a:rPr>
              <a:t>Cockpit &gt; Marcas &gt; Produto X Sell in (Quantidade)</a:t>
            </a:r>
          </a:p>
        </p:txBody>
      </p:sp>
      <p:sp>
        <p:nvSpPr>
          <p:cNvPr id="11" name="CaixaDeTexto 10">
            <a:extLst>
              <a:ext uri="{FF2B5EF4-FFF2-40B4-BE49-F238E27FC236}">
                <a16:creationId xmlns:a16="http://schemas.microsoft.com/office/drawing/2014/main" id="{9043E63A-6E57-59DA-A7A2-75D7040BEF03}"/>
              </a:ext>
            </a:extLst>
          </p:cNvPr>
          <p:cNvSpPr txBox="1"/>
          <p:nvPr/>
        </p:nvSpPr>
        <p:spPr>
          <a:xfrm>
            <a:off x="1159827" y="31605"/>
            <a:ext cx="1704976" cy="369332"/>
          </a:xfrm>
          <a:prstGeom prst="rect">
            <a:avLst/>
          </a:prstGeom>
          <a:solidFill>
            <a:srgbClr val="7030A0"/>
          </a:solidFill>
        </p:spPr>
        <p:txBody>
          <a:bodyPr wrap="square">
            <a:spAutoFit/>
          </a:bodyPr>
          <a:lstStyle/>
          <a:p>
            <a:pPr algn="ctr"/>
            <a:r>
              <a:rPr lang="pt-BR" b="1" dirty="0">
                <a:solidFill>
                  <a:schemeClr val="bg1"/>
                </a:solidFill>
              </a:rPr>
              <a:t>BAIXO GIRO</a:t>
            </a:r>
          </a:p>
        </p:txBody>
      </p:sp>
      <p:pic>
        <p:nvPicPr>
          <p:cNvPr id="3" name="Imagem 2">
            <a:extLst>
              <a:ext uri="{FF2B5EF4-FFF2-40B4-BE49-F238E27FC236}">
                <a16:creationId xmlns:a16="http://schemas.microsoft.com/office/drawing/2014/main" id="{F4D29ACF-4890-5493-5113-16668917B10F}"/>
              </a:ext>
            </a:extLst>
          </p:cNvPr>
          <p:cNvPicPr>
            <a:picLocks noChangeAspect="1"/>
          </p:cNvPicPr>
          <p:nvPr/>
        </p:nvPicPr>
        <p:blipFill>
          <a:blip r:embed="rId2"/>
          <a:srcRect r="45849" b="26621"/>
          <a:stretch>
            <a:fillRect/>
          </a:stretch>
        </p:blipFill>
        <p:spPr>
          <a:xfrm>
            <a:off x="8506312" y="5335156"/>
            <a:ext cx="2819756" cy="1053124"/>
          </a:xfrm>
          <a:prstGeom prst="rect">
            <a:avLst/>
          </a:prstGeom>
        </p:spPr>
      </p:pic>
    </p:spTree>
    <p:extLst>
      <p:ext uri="{BB962C8B-B14F-4D97-AF65-F5344CB8AC3E}">
        <p14:creationId xmlns:p14="http://schemas.microsoft.com/office/powerpoint/2010/main" val="198244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33368-B74D-C9A4-0E48-823DB145659A}"/>
            </a:ext>
          </a:extLst>
        </p:cNvPr>
        <p:cNvGrpSpPr/>
        <p:nvPr/>
      </p:nvGrpSpPr>
      <p:grpSpPr>
        <a:xfrm>
          <a:off x="0" y="0"/>
          <a:ext cx="0" cy="0"/>
          <a:chOff x="0" y="0"/>
          <a:chExt cx="0" cy="0"/>
        </a:xfrm>
      </p:grpSpPr>
      <p:sp>
        <p:nvSpPr>
          <p:cNvPr id="12" name="Retângulo 11">
            <a:extLst>
              <a:ext uri="{FF2B5EF4-FFF2-40B4-BE49-F238E27FC236}">
                <a16:creationId xmlns:a16="http://schemas.microsoft.com/office/drawing/2014/main" id="{8CAC3F3E-1820-E851-9295-A645D5FFA3F0}"/>
              </a:ext>
            </a:extLst>
          </p:cNvPr>
          <p:cNvSpPr/>
          <p:nvPr/>
        </p:nvSpPr>
        <p:spPr>
          <a:xfrm>
            <a:off x="805541" y="968045"/>
            <a:ext cx="11014751" cy="5639584"/>
          </a:xfrm>
          <a:prstGeom prst="rect">
            <a:avLst/>
          </a:prstGeom>
          <a:noFill/>
          <a:ln>
            <a:solidFill>
              <a:schemeClr val="accent5">
                <a:lumMod val="7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r>
              <a:rPr lang="pt-BR" sz="1600" b="1" dirty="0">
                <a:solidFill>
                  <a:schemeClr val="tx1">
                    <a:lumMod val="65000"/>
                    <a:lumOff val="35000"/>
                  </a:schemeClr>
                </a:solidFill>
              </a:rPr>
              <a:t>DEFINIÇÃO ITEM FORA DE LINHA:</a:t>
            </a:r>
          </a:p>
          <a:p>
            <a:r>
              <a:rPr lang="pt-BR" sz="1600" dirty="0">
                <a:solidFill>
                  <a:schemeClr val="tx1">
                    <a:lumMod val="65000"/>
                    <a:lumOff val="35000"/>
                  </a:schemeClr>
                </a:solidFill>
              </a:rPr>
              <a:t>ITEM INATIVO PARA EMBELLEZE, O CLIENTE NÃO REALIZA MAIS COMPRA (SELL IN) E AINDA POSSUI ESTOQUE ELEVADO</a:t>
            </a:r>
          </a:p>
          <a:p>
            <a:endParaRPr lang="pt-BR" sz="1600" dirty="0">
              <a:solidFill>
                <a:schemeClr val="tx1">
                  <a:lumMod val="65000"/>
                  <a:lumOff val="35000"/>
                </a:schemeClr>
              </a:solidFill>
            </a:endParaRPr>
          </a:p>
          <a:p>
            <a:r>
              <a:rPr lang="pt-BR" sz="1600" b="1" dirty="0">
                <a:solidFill>
                  <a:schemeClr val="tx1">
                    <a:lumMod val="65000"/>
                    <a:lumOff val="35000"/>
                  </a:schemeClr>
                </a:solidFill>
              </a:rPr>
              <a:t>O QUE É NECESSÁRIO PARA APROVAÇÃO:</a:t>
            </a:r>
            <a:endParaRPr lang="pt-BR" sz="1600" dirty="0">
              <a:solidFill>
                <a:schemeClr val="tx1">
                  <a:lumMod val="65000"/>
                  <a:lumOff val="35000"/>
                </a:schemeClr>
              </a:solidFill>
            </a:endParaRPr>
          </a:p>
          <a:p>
            <a:pPr marL="342900" indent="-342900">
              <a:buAutoNum type="arabicPeriod"/>
            </a:pPr>
            <a:r>
              <a:rPr lang="pt-BR" sz="1600" dirty="0">
                <a:solidFill>
                  <a:schemeClr val="tx1">
                    <a:lumMod val="65000"/>
                    <a:lumOff val="35000"/>
                  </a:schemeClr>
                </a:solidFill>
              </a:rPr>
              <a:t>FOTO DOS ITENS COM A PALAVRA CHAVE DO MÊS</a:t>
            </a:r>
          </a:p>
          <a:p>
            <a:pPr marL="342900" indent="-342900">
              <a:buAutoNum type="arabicPeriod"/>
            </a:pPr>
            <a:r>
              <a:rPr lang="pt-BR" sz="1600" dirty="0">
                <a:solidFill>
                  <a:schemeClr val="tx1">
                    <a:lumMod val="65000"/>
                    <a:lumOff val="35000"/>
                  </a:schemeClr>
                </a:solidFill>
              </a:rPr>
              <a:t>DOCUMENTAÇÃO DO CLIENTE PARA COMPROVAÇÃO DA QUANTIDADE DO ITEM</a:t>
            </a:r>
          </a:p>
          <a:p>
            <a:pPr marL="342900" indent="-342900">
              <a:buFontTx/>
              <a:buAutoNum type="arabicPeriod"/>
            </a:pPr>
            <a:r>
              <a:rPr lang="pt-BR" sz="1600" dirty="0">
                <a:solidFill>
                  <a:schemeClr val="tx1">
                    <a:lumMod val="65000"/>
                    <a:lumOff val="35000"/>
                  </a:schemeClr>
                </a:solidFill>
              </a:rPr>
              <a:t>COMPROVAÇÃO DAS ÚLTIMAS 4 COMPRAS DO CLIENTE DO ITEM (SELL IN)- PRINT DO ITEM NO COCKPIT</a:t>
            </a:r>
          </a:p>
          <a:p>
            <a:pPr marL="342900" indent="-342900">
              <a:buAutoNum type="arabicPeriod"/>
            </a:pPr>
            <a:r>
              <a:rPr lang="pt-BR" sz="1600" dirty="0">
                <a:solidFill>
                  <a:schemeClr val="tx1">
                    <a:lumMod val="65000"/>
                    <a:lumOff val="35000"/>
                  </a:schemeClr>
                </a:solidFill>
              </a:rPr>
              <a:t>ESTOQUE DO ITEM DO CLIENTE EM DIAS</a:t>
            </a:r>
          </a:p>
          <a:p>
            <a:endParaRPr lang="pt-BR" sz="1600" dirty="0">
              <a:solidFill>
                <a:schemeClr val="tx1">
                  <a:lumMod val="65000"/>
                  <a:lumOff val="35000"/>
                </a:schemeClr>
              </a:solidFill>
            </a:endParaRPr>
          </a:p>
          <a:p>
            <a:r>
              <a:rPr lang="pt-BR" sz="1600" b="1" dirty="0">
                <a:solidFill>
                  <a:schemeClr val="tx1">
                    <a:lumMod val="65000"/>
                    <a:lumOff val="35000"/>
                  </a:schemeClr>
                </a:solidFill>
              </a:rPr>
              <a:t>REGRAS: </a:t>
            </a:r>
          </a:p>
          <a:p>
            <a:r>
              <a:rPr lang="pt-BR" sz="1600" dirty="0">
                <a:solidFill>
                  <a:schemeClr val="tx1">
                    <a:lumMod val="65000"/>
                    <a:lumOff val="35000"/>
                  </a:schemeClr>
                </a:solidFill>
              </a:rPr>
              <a:t>- O PAGAMENTO SERÁ FEITO VIA BONIFICAÇÃO CONSIDERANDO O PREÇO VIGENTE</a:t>
            </a:r>
          </a:p>
          <a:p>
            <a:r>
              <a:rPr lang="pt-BR" sz="1600" dirty="0">
                <a:solidFill>
                  <a:schemeClr val="tx1">
                    <a:lumMod val="65000"/>
                    <a:lumOff val="35000"/>
                  </a:schemeClr>
                </a:solidFill>
              </a:rPr>
              <a:t>- A BONIFICAÇÃO SERÁ FEITA COM BASE NOS ITENS MANDATÓRIOS E LANÇAMENTOS DO GUIA MIX </a:t>
            </a:r>
          </a:p>
          <a:p>
            <a:pPr marL="742950" lvl="1" indent="-285750">
              <a:buFont typeface="Aptos" panose="020B0004020202020204" pitchFamily="34" charset="0"/>
              <a:buChar char="›"/>
            </a:pPr>
            <a:r>
              <a:rPr lang="pt-BR" sz="1600" dirty="0">
                <a:solidFill>
                  <a:schemeClr val="tx1">
                    <a:lumMod val="65000"/>
                    <a:lumOff val="35000"/>
                  </a:schemeClr>
                </a:solidFill>
              </a:rPr>
              <a:t>CADA FAMÍLIA BONIFICADA NÃO PODE ULTRAPASSAR 30% DO VALOR TOTAL DA BONIFICAÇÃO</a:t>
            </a:r>
          </a:p>
          <a:p>
            <a:r>
              <a:rPr lang="pt-BR" sz="1600" dirty="0">
                <a:solidFill>
                  <a:schemeClr val="tx1">
                    <a:lumMod val="65000"/>
                    <a:lumOff val="35000"/>
                  </a:schemeClr>
                </a:solidFill>
              </a:rPr>
              <a:t>- A BONIFICAÇÃO SEMPRE SEGUIRÁ COM O PRÓXIMO PEDIDO DO CLIENTE</a:t>
            </a:r>
          </a:p>
          <a:p>
            <a:r>
              <a:rPr lang="pt-BR" sz="1600" dirty="0">
                <a:solidFill>
                  <a:schemeClr val="tx1">
                    <a:lumMod val="65000"/>
                    <a:lumOff val="35000"/>
                  </a:schemeClr>
                </a:solidFill>
              </a:rPr>
              <a:t>- OS ITENS DEVEM SER USADOS PARA AÇÕES NO PDV, COMO AÇÕES COMPRE GANHE, ESTOURA BALÃO, CESTA DE PRODUTOS, ETC.</a:t>
            </a:r>
          </a:p>
          <a:p>
            <a:endParaRPr lang="pt-BR" sz="1600" dirty="0">
              <a:solidFill>
                <a:schemeClr val="tx1">
                  <a:lumMod val="65000"/>
                  <a:lumOff val="35000"/>
                </a:schemeClr>
              </a:solidFill>
            </a:endParaRPr>
          </a:p>
          <a:p>
            <a:endParaRPr lang="pt-BR" sz="1600" dirty="0">
              <a:solidFill>
                <a:schemeClr val="tx1">
                  <a:lumMod val="65000"/>
                  <a:lumOff val="35000"/>
                </a:schemeClr>
              </a:solidFill>
            </a:endParaRPr>
          </a:p>
          <a:p>
            <a:r>
              <a:rPr lang="pt-BR" sz="1600" i="1" dirty="0">
                <a:solidFill>
                  <a:schemeClr val="tx1">
                    <a:lumMod val="65000"/>
                    <a:lumOff val="35000"/>
                  </a:schemeClr>
                </a:solidFill>
              </a:rPr>
              <a:t>Cockpit &gt; Marcas &gt; Produto X Sell in (Quantidade)</a:t>
            </a:r>
          </a:p>
          <a:p>
            <a:endParaRPr lang="pt-BR" sz="1600" dirty="0">
              <a:solidFill>
                <a:schemeClr val="tx1">
                  <a:lumMod val="65000"/>
                  <a:lumOff val="35000"/>
                </a:schemeClr>
              </a:solidFill>
            </a:endParaRPr>
          </a:p>
        </p:txBody>
      </p:sp>
      <p:sp>
        <p:nvSpPr>
          <p:cNvPr id="13" name="CaixaDeTexto 12">
            <a:extLst>
              <a:ext uri="{FF2B5EF4-FFF2-40B4-BE49-F238E27FC236}">
                <a16:creationId xmlns:a16="http://schemas.microsoft.com/office/drawing/2014/main" id="{20A7B9B0-F200-128D-C7DF-3293526120D4}"/>
              </a:ext>
            </a:extLst>
          </p:cNvPr>
          <p:cNvSpPr txBox="1"/>
          <p:nvPr/>
        </p:nvSpPr>
        <p:spPr>
          <a:xfrm>
            <a:off x="1370239" y="783379"/>
            <a:ext cx="2238377" cy="369332"/>
          </a:xfrm>
          <a:prstGeom prst="rect">
            <a:avLst/>
          </a:prstGeom>
          <a:solidFill>
            <a:srgbClr val="7030A0"/>
          </a:solidFill>
        </p:spPr>
        <p:txBody>
          <a:bodyPr wrap="square">
            <a:spAutoFit/>
          </a:bodyPr>
          <a:lstStyle/>
          <a:p>
            <a:pPr algn="ctr"/>
            <a:r>
              <a:rPr lang="pt-BR" b="1" dirty="0">
                <a:solidFill>
                  <a:schemeClr val="bg1"/>
                </a:solidFill>
              </a:rPr>
              <a:t>FORA DE LINHA</a:t>
            </a:r>
          </a:p>
        </p:txBody>
      </p:sp>
      <p:pic>
        <p:nvPicPr>
          <p:cNvPr id="3" name="Imagem 2">
            <a:extLst>
              <a:ext uri="{FF2B5EF4-FFF2-40B4-BE49-F238E27FC236}">
                <a16:creationId xmlns:a16="http://schemas.microsoft.com/office/drawing/2014/main" id="{E4826F77-2549-CA16-A45F-286212C3C424}"/>
              </a:ext>
            </a:extLst>
          </p:cNvPr>
          <p:cNvPicPr>
            <a:picLocks noChangeAspect="1"/>
          </p:cNvPicPr>
          <p:nvPr/>
        </p:nvPicPr>
        <p:blipFill>
          <a:blip r:embed="rId2"/>
          <a:srcRect r="45849" b="26621"/>
          <a:stretch>
            <a:fillRect/>
          </a:stretch>
        </p:blipFill>
        <p:spPr>
          <a:xfrm>
            <a:off x="8599202" y="5363393"/>
            <a:ext cx="2819756" cy="1053124"/>
          </a:xfrm>
          <a:prstGeom prst="rect">
            <a:avLst/>
          </a:prstGeom>
        </p:spPr>
      </p:pic>
      <p:sp>
        <p:nvSpPr>
          <p:cNvPr id="2" name="CaixaDeTexto 1">
            <a:extLst>
              <a:ext uri="{FF2B5EF4-FFF2-40B4-BE49-F238E27FC236}">
                <a16:creationId xmlns:a16="http://schemas.microsoft.com/office/drawing/2014/main" id="{D679ED5D-A802-FE97-DEFC-9D314427C32E}"/>
              </a:ext>
            </a:extLst>
          </p:cNvPr>
          <p:cNvSpPr txBox="1"/>
          <p:nvPr/>
        </p:nvSpPr>
        <p:spPr>
          <a:xfrm>
            <a:off x="805541" y="162626"/>
            <a:ext cx="6139822" cy="369332"/>
          </a:xfrm>
          <a:prstGeom prst="rect">
            <a:avLst/>
          </a:prstGeom>
          <a:noFill/>
        </p:spPr>
        <p:txBody>
          <a:bodyPr wrap="none" rtlCol="0">
            <a:spAutoFit/>
          </a:bodyPr>
          <a:lstStyle/>
          <a:p>
            <a:r>
              <a:rPr lang="pt-BR" dirty="0">
                <a:solidFill>
                  <a:srgbClr val="FF0000"/>
                </a:solidFill>
                <a:highlight>
                  <a:srgbClr val="FFFF00"/>
                </a:highlight>
              </a:rPr>
              <a:t>EVITAR QUE CHEGUEMOS NESSE ESTÁGIO COM O CLIENTE</a:t>
            </a:r>
          </a:p>
        </p:txBody>
      </p:sp>
      <p:pic>
        <p:nvPicPr>
          <p:cNvPr id="5" name="Gráfico 4" descr="Aviso com preenchimento sólido">
            <a:extLst>
              <a:ext uri="{FF2B5EF4-FFF2-40B4-BE49-F238E27FC236}">
                <a16:creationId xmlns:a16="http://schemas.microsoft.com/office/drawing/2014/main" id="{32762E9A-D5E5-DE09-D8F7-FE894A8110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3490" y="-38688"/>
            <a:ext cx="719139" cy="719139"/>
          </a:xfrm>
          <a:prstGeom prst="rect">
            <a:avLst/>
          </a:prstGeom>
        </p:spPr>
      </p:pic>
    </p:spTree>
    <p:extLst>
      <p:ext uri="{BB962C8B-B14F-4D97-AF65-F5344CB8AC3E}">
        <p14:creationId xmlns:p14="http://schemas.microsoft.com/office/powerpoint/2010/main" val="782453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1AC1F-9557-0D25-1706-34886EE419AF}"/>
            </a:ext>
          </a:extLst>
        </p:cNvPr>
        <p:cNvGrpSpPr/>
        <p:nvPr/>
      </p:nvGrpSpPr>
      <p:grpSpPr>
        <a:xfrm>
          <a:off x="0" y="0"/>
          <a:ext cx="0" cy="0"/>
          <a:chOff x="0" y="0"/>
          <a:chExt cx="0" cy="0"/>
        </a:xfrm>
      </p:grpSpPr>
      <p:sp>
        <p:nvSpPr>
          <p:cNvPr id="6" name="Retângulo 5">
            <a:extLst>
              <a:ext uri="{FF2B5EF4-FFF2-40B4-BE49-F238E27FC236}">
                <a16:creationId xmlns:a16="http://schemas.microsoft.com/office/drawing/2014/main" id="{91D4E6B2-6E66-68FB-E801-B4AD6F469F4D}"/>
              </a:ext>
            </a:extLst>
          </p:cNvPr>
          <p:cNvSpPr/>
          <p:nvPr/>
        </p:nvSpPr>
        <p:spPr>
          <a:xfrm>
            <a:off x="8002139" y="1692714"/>
            <a:ext cx="3548742" cy="3505201"/>
          </a:xfrm>
          <a:prstGeom prst="rect">
            <a:avLst/>
          </a:prstGeom>
          <a:no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r>
              <a:rPr lang="pt-BR" sz="1600" b="1" dirty="0">
                <a:solidFill>
                  <a:schemeClr val="tx1">
                    <a:lumMod val="65000"/>
                    <a:lumOff val="35000"/>
                  </a:schemeClr>
                </a:solidFill>
              </a:rPr>
              <a:t>FORMAS DE MONITORAMENTO POR CLIENTE:</a:t>
            </a:r>
          </a:p>
          <a:p>
            <a:endParaRPr lang="pt-BR" sz="1600" dirty="0">
              <a:solidFill>
                <a:schemeClr val="tx1">
                  <a:lumMod val="65000"/>
                  <a:lumOff val="35000"/>
                </a:schemeClr>
              </a:solidFill>
            </a:endParaRPr>
          </a:p>
          <a:p>
            <a:r>
              <a:rPr lang="pt-BR" sz="1600" dirty="0">
                <a:solidFill>
                  <a:schemeClr val="tx1">
                    <a:lumMod val="65000"/>
                    <a:lumOff val="35000"/>
                  </a:schemeClr>
                </a:solidFill>
              </a:rPr>
              <a:t>BI DE BONIFICAÇÕES </a:t>
            </a:r>
          </a:p>
          <a:p>
            <a:endParaRPr lang="pt-BR" sz="1600" dirty="0">
              <a:solidFill>
                <a:schemeClr val="tx1">
                  <a:lumMod val="65000"/>
                  <a:lumOff val="35000"/>
                </a:schemeClr>
              </a:solidFill>
            </a:endParaRPr>
          </a:p>
          <a:p>
            <a:r>
              <a:rPr lang="pt-BR" sz="1600" dirty="0">
                <a:solidFill>
                  <a:schemeClr val="tx1">
                    <a:lumMod val="65000"/>
                    <a:lumOff val="35000"/>
                  </a:schemeClr>
                </a:solidFill>
              </a:rPr>
              <a:t>% MÁXIMO POR CLIENTE VERSUS FATURAMENTO EM 12 MESES:</a:t>
            </a:r>
          </a:p>
          <a:p>
            <a:r>
              <a:rPr lang="pt-BR" sz="1600" dirty="0">
                <a:solidFill>
                  <a:schemeClr val="tx1">
                    <a:lumMod val="65000"/>
                    <a:lumOff val="35000"/>
                  </a:schemeClr>
                </a:solidFill>
              </a:rPr>
              <a:t>- ATÉ 1% PARA PERFUMARIAS</a:t>
            </a:r>
          </a:p>
          <a:p>
            <a:r>
              <a:rPr lang="pt-BR" sz="1600" dirty="0">
                <a:solidFill>
                  <a:schemeClr val="tx1">
                    <a:lumMod val="65000"/>
                    <a:lumOff val="35000"/>
                  </a:schemeClr>
                </a:solidFill>
              </a:rPr>
              <a:t>- ATÉ 0,3% DEMAIS CANAIS</a:t>
            </a:r>
          </a:p>
          <a:p>
            <a:r>
              <a:rPr lang="pt-BR" sz="1600" dirty="0">
                <a:solidFill>
                  <a:schemeClr val="tx1">
                    <a:lumMod val="65000"/>
                    <a:lumOff val="35000"/>
                  </a:schemeClr>
                </a:solidFill>
              </a:rPr>
              <a:t>- REGIONAL: ATÉ 0,3% DO FATURADO</a:t>
            </a:r>
          </a:p>
          <a:p>
            <a:pPr marL="285750" indent="-285750">
              <a:buFontTx/>
              <a:buChar char="-"/>
            </a:pPr>
            <a:endParaRPr lang="pt-BR" sz="1600" dirty="0">
              <a:solidFill>
                <a:schemeClr val="tx1">
                  <a:lumMod val="65000"/>
                  <a:lumOff val="35000"/>
                </a:schemeClr>
              </a:solidFill>
            </a:endParaRPr>
          </a:p>
          <a:p>
            <a:pPr marL="285750" indent="-285750">
              <a:buFontTx/>
              <a:buChar char="-"/>
            </a:pPr>
            <a:endParaRPr lang="pt-BR" sz="1600" dirty="0">
              <a:solidFill>
                <a:schemeClr val="tx1">
                  <a:lumMod val="65000"/>
                  <a:lumOff val="35000"/>
                </a:schemeClr>
              </a:solidFill>
            </a:endParaRPr>
          </a:p>
        </p:txBody>
      </p:sp>
      <p:sp>
        <p:nvSpPr>
          <p:cNvPr id="3" name="Retângulo 2">
            <a:extLst>
              <a:ext uri="{FF2B5EF4-FFF2-40B4-BE49-F238E27FC236}">
                <a16:creationId xmlns:a16="http://schemas.microsoft.com/office/drawing/2014/main" id="{8C5ADB1E-AFC9-E929-7354-BB26850EF4F2}"/>
              </a:ext>
            </a:extLst>
          </p:cNvPr>
          <p:cNvSpPr/>
          <p:nvPr/>
        </p:nvSpPr>
        <p:spPr>
          <a:xfrm>
            <a:off x="983766" y="2852053"/>
            <a:ext cx="1258691" cy="881743"/>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a:solidFill>
                  <a:schemeClr val="tx1"/>
                </a:solidFill>
              </a:rPr>
              <a:t>ADM VENDAS</a:t>
            </a:r>
          </a:p>
          <a:p>
            <a:pPr algn="ctr"/>
            <a:r>
              <a:rPr lang="pt-BR" sz="1200" dirty="0" err="1">
                <a:solidFill>
                  <a:schemeClr val="tx1"/>
                </a:solidFill>
              </a:rPr>
              <a:t>Check</a:t>
            </a:r>
            <a:r>
              <a:rPr lang="pt-BR" sz="1200" dirty="0">
                <a:solidFill>
                  <a:schemeClr val="tx1"/>
                </a:solidFill>
              </a:rPr>
              <a:t> notas</a:t>
            </a:r>
          </a:p>
          <a:p>
            <a:pPr algn="ctr"/>
            <a:r>
              <a:rPr lang="pt-BR" sz="1200" dirty="0">
                <a:solidFill>
                  <a:schemeClr val="tx1"/>
                </a:solidFill>
              </a:rPr>
              <a:t>Imagens</a:t>
            </a:r>
          </a:p>
          <a:p>
            <a:pPr algn="ctr"/>
            <a:r>
              <a:rPr lang="pt-BR" sz="1200" dirty="0">
                <a:solidFill>
                  <a:schemeClr val="tx1"/>
                </a:solidFill>
              </a:rPr>
              <a:t>documentação</a:t>
            </a:r>
          </a:p>
        </p:txBody>
      </p:sp>
      <p:sp>
        <p:nvSpPr>
          <p:cNvPr id="5" name="Elipse 4">
            <a:extLst>
              <a:ext uri="{FF2B5EF4-FFF2-40B4-BE49-F238E27FC236}">
                <a16:creationId xmlns:a16="http://schemas.microsoft.com/office/drawing/2014/main" id="{34A31AFC-6A16-E3EF-C519-779DE827A63A}"/>
              </a:ext>
            </a:extLst>
          </p:cNvPr>
          <p:cNvSpPr/>
          <p:nvPr/>
        </p:nvSpPr>
        <p:spPr>
          <a:xfrm>
            <a:off x="2874473" y="1545757"/>
            <a:ext cx="957943" cy="952508"/>
          </a:xfrm>
          <a:prstGeom prst="ellipse">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b="1" dirty="0">
                <a:solidFill>
                  <a:schemeClr val="tx1"/>
                </a:solidFill>
              </a:rPr>
              <a:t>R$ 501 A R$1000</a:t>
            </a:r>
          </a:p>
        </p:txBody>
      </p:sp>
      <p:sp>
        <p:nvSpPr>
          <p:cNvPr id="8" name="Elipse 7">
            <a:extLst>
              <a:ext uri="{FF2B5EF4-FFF2-40B4-BE49-F238E27FC236}">
                <a16:creationId xmlns:a16="http://schemas.microsoft.com/office/drawing/2014/main" id="{B75C763D-2AC8-EB28-A5E7-0AE9284A916B}"/>
              </a:ext>
            </a:extLst>
          </p:cNvPr>
          <p:cNvSpPr/>
          <p:nvPr/>
        </p:nvSpPr>
        <p:spPr>
          <a:xfrm>
            <a:off x="1106088" y="1545757"/>
            <a:ext cx="957943" cy="968836"/>
          </a:xfrm>
          <a:prstGeom prst="ellipse">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b="1" dirty="0">
                <a:solidFill>
                  <a:schemeClr val="tx1"/>
                </a:solidFill>
              </a:rPr>
              <a:t>ATÉ  </a:t>
            </a:r>
          </a:p>
          <a:p>
            <a:pPr algn="ctr"/>
            <a:r>
              <a:rPr lang="pt-BR" sz="1000" b="1" dirty="0">
                <a:solidFill>
                  <a:schemeClr val="tx1"/>
                </a:solidFill>
              </a:rPr>
              <a:t>R$ 500</a:t>
            </a:r>
          </a:p>
        </p:txBody>
      </p:sp>
      <p:sp>
        <p:nvSpPr>
          <p:cNvPr id="10" name="Elipse 9">
            <a:extLst>
              <a:ext uri="{FF2B5EF4-FFF2-40B4-BE49-F238E27FC236}">
                <a16:creationId xmlns:a16="http://schemas.microsoft.com/office/drawing/2014/main" id="{78173C72-36F1-8DF9-360F-925C0FAC1DF0}"/>
              </a:ext>
            </a:extLst>
          </p:cNvPr>
          <p:cNvSpPr/>
          <p:nvPr/>
        </p:nvSpPr>
        <p:spPr>
          <a:xfrm>
            <a:off x="4670415" y="1529436"/>
            <a:ext cx="957943" cy="968837"/>
          </a:xfrm>
          <a:prstGeom prst="ellipse">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b="1" dirty="0">
                <a:solidFill>
                  <a:schemeClr val="tx1"/>
                </a:solidFill>
              </a:rPr>
              <a:t>R$ 1001 A R$5000</a:t>
            </a:r>
          </a:p>
        </p:txBody>
      </p:sp>
      <p:sp>
        <p:nvSpPr>
          <p:cNvPr id="11" name="Elipse 10">
            <a:extLst>
              <a:ext uri="{FF2B5EF4-FFF2-40B4-BE49-F238E27FC236}">
                <a16:creationId xmlns:a16="http://schemas.microsoft.com/office/drawing/2014/main" id="{1D5CF275-A0C5-A9EA-304F-D1DC25935FD7}"/>
              </a:ext>
            </a:extLst>
          </p:cNvPr>
          <p:cNvSpPr/>
          <p:nvPr/>
        </p:nvSpPr>
        <p:spPr>
          <a:xfrm>
            <a:off x="6411243" y="1529437"/>
            <a:ext cx="957943" cy="968837"/>
          </a:xfrm>
          <a:prstGeom prst="ellipse">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b="1" dirty="0">
                <a:solidFill>
                  <a:schemeClr val="tx1"/>
                </a:solidFill>
              </a:rPr>
              <a:t>ACIMA</a:t>
            </a:r>
          </a:p>
          <a:p>
            <a:pPr algn="ctr"/>
            <a:r>
              <a:rPr lang="pt-BR" sz="1000" b="1" dirty="0">
                <a:solidFill>
                  <a:schemeClr val="tx1"/>
                </a:solidFill>
              </a:rPr>
              <a:t>R$ 5001</a:t>
            </a:r>
          </a:p>
        </p:txBody>
      </p:sp>
      <p:sp>
        <p:nvSpPr>
          <p:cNvPr id="12" name="Retângulo 11">
            <a:extLst>
              <a:ext uri="{FF2B5EF4-FFF2-40B4-BE49-F238E27FC236}">
                <a16:creationId xmlns:a16="http://schemas.microsoft.com/office/drawing/2014/main" id="{16BAA56D-7608-0036-7471-7211A4DB36C5}"/>
              </a:ext>
            </a:extLst>
          </p:cNvPr>
          <p:cNvSpPr/>
          <p:nvPr/>
        </p:nvSpPr>
        <p:spPr>
          <a:xfrm>
            <a:off x="2724100" y="2852053"/>
            <a:ext cx="1258691" cy="881743"/>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a:solidFill>
                  <a:schemeClr val="tx1"/>
                </a:solidFill>
              </a:rPr>
              <a:t>ADM VENDAS</a:t>
            </a:r>
          </a:p>
          <a:p>
            <a:pPr algn="ctr"/>
            <a:r>
              <a:rPr lang="pt-BR" sz="1200" dirty="0" err="1">
                <a:solidFill>
                  <a:schemeClr val="tx1"/>
                </a:solidFill>
              </a:rPr>
              <a:t>Check</a:t>
            </a:r>
            <a:r>
              <a:rPr lang="pt-BR" sz="1200" dirty="0">
                <a:solidFill>
                  <a:schemeClr val="tx1"/>
                </a:solidFill>
              </a:rPr>
              <a:t> notas</a:t>
            </a:r>
          </a:p>
          <a:p>
            <a:pPr algn="ctr"/>
            <a:r>
              <a:rPr lang="pt-BR" sz="1200" dirty="0">
                <a:solidFill>
                  <a:schemeClr val="tx1"/>
                </a:solidFill>
              </a:rPr>
              <a:t>Imagens</a:t>
            </a:r>
          </a:p>
          <a:p>
            <a:pPr algn="ctr"/>
            <a:r>
              <a:rPr lang="pt-BR" sz="1200" dirty="0">
                <a:solidFill>
                  <a:schemeClr val="tx1"/>
                </a:solidFill>
              </a:rPr>
              <a:t>documentação</a:t>
            </a:r>
          </a:p>
        </p:txBody>
      </p:sp>
      <p:sp>
        <p:nvSpPr>
          <p:cNvPr id="13" name="Retângulo 12">
            <a:extLst>
              <a:ext uri="{FF2B5EF4-FFF2-40B4-BE49-F238E27FC236}">
                <a16:creationId xmlns:a16="http://schemas.microsoft.com/office/drawing/2014/main" id="{AA9E48C5-FEDB-9462-34E3-30C628881621}"/>
              </a:ext>
            </a:extLst>
          </p:cNvPr>
          <p:cNvSpPr/>
          <p:nvPr/>
        </p:nvSpPr>
        <p:spPr>
          <a:xfrm>
            <a:off x="4520041" y="2830281"/>
            <a:ext cx="1258691" cy="881743"/>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a:solidFill>
                  <a:schemeClr val="tx1"/>
                </a:solidFill>
              </a:rPr>
              <a:t>ADM VENDAS</a:t>
            </a:r>
          </a:p>
          <a:p>
            <a:pPr algn="ctr"/>
            <a:r>
              <a:rPr lang="pt-BR" sz="1200" dirty="0" err="1">
                <a:solidFill>
                  <a:schemeClr val="tx1"/>
                </a:solidFill>
              </a:rPr>
              <a:t>Check</a:t>
            </a:r>
            <a:r>
              <a:rPr lang="pt-BR" sz="1200" dirty="0">
                <a:solidFill>
                  <a:schemeClr val="tx1"/>
                </a:solidFill>
              </a:rPr>
              <a:t> notas</a:t>
            </a:r>
          </a:p>
          <a:p>
            <a:pPr algn="ctr"/>
            <a:r>
              <a:rPr lang="pt-BR" sz="1200" dirty="0">
                <a:solidFill>
                  <a:schemeClr val="tx1"/>
                </a:solidFill>
              </a:rPr>
              <a:t>Imagens</a:t>
            </a:r>
          </a:p>
          <a:p>
            <a:pPr algn="ctr"/>
            <a:r>
              <a:rPr lang="pt-BR" sz="1200" dirty="0">
                <a:solidFill>
                  <a:schemeClr val="tx1"/>
                </a:solidFill>
              </a:rPr>
              <a:t>documentação</a:t>
            </a:r>
          </a:p>
        </p:txBody>
      </p:sp>
      <p:sp>
        <p:nvSpPr>
          <p:cNvPr id="14" name="Retângulo 13">
            <a:extLst>
              <a:ext uri="{FF2B5EF4-FFF2-40B4-BE49-F238E27FC236}">
                <a16:creationId xmlns:a16="http://schemas.microsoft.com/office/drawing/2014/main" id="{CDAB5C30-5255-F76B-2330-F4C0DD3E51A5}"/>
              </a:ext>
            </a:extLst>
          </p:cNvPr>
          <p:cNvSpPr/>
          <p:nvPr/>
        </p:nvSpPr>
        <p:spPr>
          <a:xfrm>
            <a:off x="6304414" y="2808509"/>
            <a:ext cx="1258691" cy="881743"/>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a:solidFill>
                  <a:schemeClr val="tx1"/>
                </a:solidFill>
              </a:rPr>
              <a:t>ADM VENDAS</a:t>
            </a:r>
          </a:p>
          <a:p>
            <a:pPr algn="ctr"/>
            <a:r>
              <a:rPr lang="pt-BR" sz="1200" dirty="0" err="1">
                <a:solidFill>
                  <a:schemeClr val="tx1"/>
                </a:solidFill>
              </a:rPr>
              <a:t>Check</a:t>
            </a:r>
            <a:r>
              <a:rPr lang="pt-BR" sz="1200" dirty="0">
                <a:solidFill>
                  <a:schemeClr val="tx1"/>
                </a:solidFill>
              </a:rPr>
              <a:t> notas</a:t>
            </a:r>
          </a:p>
          <a:p>
            <a:pPr algn="ctr"/>
            <a:r>
              <a:rPr lang="pt-BR" sz="1200" dirty="0">
                <a:solidFill>
                  <a:schemeClr val="tx1"/>
                </a:solidFill>
              </a:rPr>
              <a:t>Imagens</a:t>
            </a:r>
          </a:p>
          <a:p>
            <a:pPr algn="ctr"/>
            <a:r>
              <a:rPr lang="pt-BR" sz="1200" dirty="0">
                <a:solidFill>
                  <a:schemeClr val="tx1"/>
                </a:solidFill>
              </a:rPr>
              <a:t>documentação</a:t>
            </a:r>
          </a:p>
        </p:txBody>
      </p:sp>
      <p:sp>
        <p:nvSpPr>
          <p:cNvPr id="15" name="Retângulo 14">
            <a:extLst>
              <a:ext uri="{FF2B5EF4-FFF2-40B4-BE49-F238E27FC236}">
                <a16:creationId xmlns:a16="http://schemas.microsoft.com/office/drawing/2014/main" id="{C1DA263D-AB97-D463-AF64-E1F004F5A505}"/>
              </a:ext>
            </a:extLst>
          </p:cNvPr>
          <p:cNvSpPr/>
          <p:nvPr/>
        </p:nvSpPr>
        <p:spPr>
          <a:xfrm>
            <a:off x="4547522" y="4898550"/>
            <a:ext cx="1258691" cy="598731"/>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a:solidFill>
                  <a:schemeClr val="tx1"/>
                </a:solidFill>
              </a:rPr>
              <a:t>DIRETOR COMERCIAL</a:t>
            </a:r>
            <a:endParaRPr lang="pt-BR" sz="1200" dirty="0">
              <a:solidFill>
                <a:schemeClr val="tx1"/>
              </a:solidFill>
            </a:endParaRPr>
          </a:p>
        </p:txBody>
      </p:sp>
      <p:sp>
        <p:nvSpPr>
          <p:cNvPr id="16" name="Retângulo 15">
            <a:extLst>
              <a:ext uri="{FF2B5EF4-FFF2-40B4-BE49-F238E27FC236}">
                <a16:creationId xmlns:a16="http://schemas.microsoft.com/office/drawing/2014/main" id="{0F7F6ED6-974A-7A7D-B8A3-C614A62D345C}"/>
              </a:ext>
            </a:extLst>
          </p:cNvPr>
          <p:cNvSpPr/>
          <p:nvPr/>
        </p:nvSpPr>
        <p:spPr>
          <a:xfrm>
            <a:off x="4520041" y="4049483"/>
            <a:ext cx="1258691" cy="50074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a:solidFill>
                  <a:schemeClr val="tx1"/>
                </a:solidFill>
              </a:rPr>
              <a:t>GERENTE</a:t>
            </a:r>
          </a:p>
          <a:p>
            <a:pPr algn="ctr"/>
            <a:r>
              <a:rPr lang="pt-BR" sz="1200" b="1" dirty="0">
                <a:solidFill>
                  <a:schemeClr val="tx1"/>
                </a:solidFill>
              </a:rPr>
              <a:t>REGIONAL</a:t>
            </a:r>
            <a:endParaRPr lang="pt-BR" sz="1200" dirty="0">
              <a:solidFill>
                <a:schemeClr val="tx1"/>
              </a:solidFill>
            </a:endParaRPr>
          </a:p>
        </p:txBody>
      </p:sp>
      <p:sp>
        <p:nvSpPr>
          <p:cNvPr id="17" name="Retângulo 16">
            <a:extLst>
              <a:ext uri="{FF2B5EF4-FFF2-40B4-BE49-F238E27FC236}">
                <a16:creationId xmlns:a16="http://schemas.microsoft.com/office/drawing/2014/main" id="{7D303C99-B316-7DC8-51B5-C083DE2C4943}"/>
              </a:ext>
            </a:extLst>
          </p:cNvPr>
          <p:cNvSpPr/>
          <p:nvPr/>
        </p:nvSpPr>
        <p:spPr>
          <a:xfrm>
            <a:off x="6316179" y="4060366"/>
            <a:ext cx="1258691" cy="500746"/>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a:solidFill>
                  <a:schemeClr val="tx1"/>
                </a:solidFill>
              </a:rPr>
              <a:t>GERENTE</a:t>
            </a:r>
          </a:p>
          <a:p>
            <a:pPr algn="ctr"/>
            <a:r>
              <a:rPr lang="pt-BR" sz="1200" b="1" dirty="0">
                <a:solidFill>
                  <a:schemeClr val="tx1"/>
                </a:solidFill>
              </a:rPr>
              <a:t>REGIONAL</a:t>
            </a:r>
            <a:endParaRPr lang="pt-BR" sz="1200" dirty="0">
              <a:solidFill>
                <a:schemeClr val="tx1"/>
              </a:solidFill>
            </a:endParaRPr>
          </a:p>
        </p:txBody>
      </p:sp>
      <p:sp>
        <p:nvSpPr>
          <p:cNvPr id="18" name="Retângulo 17">
            <a:extLst>
              <a:ext uri="{FF2B5EF4-FFF2-40B4-BE49-F238E27FC236}">
                <a16:creationId xmlns:a16="http://schemas.microsoft.com/office/drawing/2014/main" id="{F10F65C4-5D04-805B-252C-8232DC88DD14}"/>
              </a:ext>
            </a:extLst>
          </p:cNvPr>
          <p:cNvSpPr/>
          <p:nvPr/>
        </p:nvSpPr>
        <p:spPr>
          <a:xfrm>
            <a:off x="2724098" y="4049483"/>
            <a:ext cx="1258691" cy="500746"/>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a:solidFill>
                  <a:schemeClr val="tx1"/>
                </a:solidFill>
              </a:rPr>
              <a:t>GERENTE</a:t>
            </a:r>
          </a:p>
          <a:p>
            <a:pPr algn="ctr"/>
            <a:r>
              <a:rPr lang="pt-BR" sz="1200" b="1" dirty="0">
                <a:solidFill>
                  <a:schemeClr val="tx1"/>
                </a:solidFill>
              </a:rPr>
              <a:t>REGIONAL</a:t>
            </a:r>
            <a:endParaRPr lang="pt-BR" sz="1200" dirty="0">
              <a:solidFill>
                <a:schemeClr val="tx1"/>
              </a:solidFill>
            </a:endParaRPr>
          </a:p>
        </p:txBody>
      </p:sp>
      <p:sp>
        <p:nvSpPr>
          <p:cNvPr id="20" name="Retângulo 19">
            <a:extLst>
              <a:ext uri="{FF2B5EF4-FFF2-40B4-BE49-F238E27FC236}">
                <a16:creationId xmlns:a16="http://schemas.microsoft.com/office/drawing/2014/main" id="{7D4CACB2-FC7B-A8A9-6A24-1999DC622F8C}"/>
              </a:ext>
            </a:extLst>
          </p:cNvPr>
          <p:cNvSpPr/>
          <p:nvPr/>
        </p:nvSpPr>
        <p:spPr>
          <a:xfrm>
            <a:off x="6337951" y="5878263"/>
            <a:ext cx="1258691" cy="598731"/>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a:solidFill>
                  <a:schemeClr val="tx1"/>
                </a:solidFill>
              </a:rPr>
              <a:t>SERGIO FERNANDES</a:t>
            </a:r>
            <a:endParaRPr lang="pt-BR" sz="1200" dirty="0">
              <a:solidFill>
                <a:schemeClr val="tx1"/>
              </a:solidFill>
            </a:endParaRPr>
          </a:p>
        </p:txBody>
      </p:sp>
      <p:sp>
        <p:nvSpPr>
          <p:cNvPr id="21" name="Retângulo 20">
            <a:extLst>
              <a:ext uri="{FF2B5EF4-FFF2-40B4-BE49-F238E27FC236}">
                <a16:creationId xmlns:a16="http://schemas.microsoft.com/office/drawing/2014/main" id="{65188AC9-EC33-0CB8-5F97-9AC7B45B26FE}"/>
              </a:ext>
            </a:extLst>
          </p:cNvPr>
          <p:cNvSpPr/>
          <p:nvPr/>
        </p:nvSpPr>
        <p:spPr>
          <a:xfrm>
            <a:off x="3233868" y="54428"/>
            <a:ext cx="2572345" cy="756573"/>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a:solidFill>
                  <a:schemeClr val="tx1"/>
                </a:solidFill>
              </a:rPr>
              <a:t>HIERARQUIA DE APROVAÇÃO</a:t>
            </a:r>
          </a:p>
          <a:p>
            <a:pPr algn="ctr"/>
            <a:r>
              <a:rPr lang="pt-BR" sz="1200" dirty="0">
                <a:solidFill>
                  <a:schemeClr val="tx1"/>
                </a:solidFill>
              </a:rPr>
              <a:t>Valor mensal</a:t>
            </a:r>
          </a:p>
        </p:txBody>
      </p:sp>
      <p:cxnSp>
        <p:nvCxnSpPr>
          <p:cNvPr id="23" name="Conector reto 22">
            <a:extLst>
              <a:ext uri="{FF2B5EF4-FFF2-40B4-BE49-F238E27FC236}">
                <a16:creationId xmlns:a16="http://schemas.microsoft.com/office/drawing/2014/main" id="{6EA15A26-4D4D-52D5-9BAE-B2FD1F6A9C94}"/>
              </a:ext>
            </a:extLst>
          </p:cNvPr>
          <p:cNvCxnSpPr>
            <a:cxnSpLocks/>
          </p:cNvCxnSpPr>
          <p:nvPr/>
        </p:nvCxnSpPr>
        <p:spPr>
          <a:xfrm>
            <a:off x="1587656" y="1186541"/>
            <a:ext cx="5290455" cy="0"/>
          </a:xfrm>
          <a:prstGeom prst="line">
            <a:avLst/>
          </a:prstGeom>
          <a:ln>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cxnSp>
        <p:nvCxnSpPr>
          <p:cNvPr id="25" name="Conector reto 24">
            <a:extLst>
              <a:ext uri="{FF2B5EF4-FFF2-40B4-BE49-F238E27FC236}">
                <a16:creationId xmlns:a16="http://schemas.microsoft.com/office/drawing/2014/main" id="{626E4911-D810-6E6D-8CCF-BB45A968907E}"/>
              </a:ext>
            </a:extLst>
          </p:cNvPr>
          <p:cNvCxnSpPr>
            <a:cxnSpLocks/>
          </p:cNvCxnSpPr>
          <p:nvPr/>
        </p:nvCxnSpPr>
        <p:spPr>
          <a:xfrm>
            <a:off x="3372911" y="1202860"/>
            <a:ext cx="0" cy="304804"/>
          </a:xfrm>
          <a:prstGeom prst="line">
            <a:avLst/>
          </a:prstGeom>
          <a:ln>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cxnSp>
        <p:nvCxnSpPr>
          <p:cNvPr id="28" name="Conector reto 27">
            <a:extLst>
              <a:ext uri="{FF2B5EF4-FFF2-40B4-BE49-F238E27FC236}">
                <a16:creationId xmlns:a16="http://schemas.microsoft.com/office/drawing/2014/main" id="{3D592D25-D8B7-41D3-6270-AA1CCDA9F2E6}"/>
              </a:ext>
            </a:extLst>
          </p:cNvPr>
          <p:cNvCxnSpPr>
            <a:cxnSpLocks/>
          </p:cNvCxnSpPr>
          <p:nvPr/>
        </p:nvCxnSpPr>
        <p:spPr>
          <a:xfrm>
            <a:off x="4494137" y="849075"/>
            <a:ext cx="0" cy="304804"/>
          </a:xfrm>
          <a:prstGeom prst="line">
            <a:avLst/>
          </a:prstGeom>
          <a:ln>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cxnSp>
        <p:nvCxnSpPr>
          <p:cNvPr id="29" name="Conector reto 28">
            <a:extLst>
              <a:ext uri="{FF2B5EF4-FFF2-40B4-BE49-F238E27FC236}">
                <a16:creationId xmlns:a16="http://schemas.microsoft.com/office/drawing/2014/main" id="{3C7E1AB3-1456-1B90-5232-E6893ED5F50D}"/>
              </a:ext>
            </a:extLst>
          </p:cNvPr>
          <p:cNvCxnSpPr>
            <a:cxnSpLocks/>
          </p:cNvCxnSpPr>
          <p:nvPr/>
        </p:nvCxnSpPr>
        <p:spPr>
          <a:xfrm>
            <a:off x="5169054" y="1202860"/>
            <a:ext cx="0" cy="304804"/>
          </a:xfrm>
          <a:prstGeom prst="line">
            <a:avLst/>
          </a:prstGeom>
          <a:ln>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cxnSp>
        <p:nvCxnSpPr>
          <p:cNvPr id="30" name="Conector reto 29">
            <a:extLst>
              <a:ext uri="{FF2B5EF4-FFF2-40B4-BE49-F238E27FC236}">
                <a16:creationId xmlns:a16="http://schemas.microsoft.com/office/drawing/2014/main" id="{130902E0-3585-F673-1BD5-AD6AC651BF97}"/>
              </a:ext>
            </a:extLst>
          </p:cNvPr>
          <p:cNvCxnSpPr>
            <a:cxnSpLocks/>
          </p:cNvCxnSpPr>
          <p:nvPr/>
        </p:nvCxnSpPr>
        <p:spPr>
          <a:xfrm>
            <a:off x="6878111" y="1202860"/>
            <a:ext cx="0" cy="304804"/>
          </a:xfrm>
          <a:prstGeom prst="line">
            <a:avLst/>
          </a:prstGeom>
          <a:ln>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cxnSp>
        <p:nvCxnSpPr>
          <p:cNvPr id="31" name="Conector reto 30">
            <a:extLst>
              <a:ext uri="{FF2B5EF4-FFF2-40B4-BE49-F238E27FC236}">
                <a16:creationId xmlns:a16="http://schemas.microsoft.com/office/drawing/2014/main" id="{950BA1C7-C455-3EE6-66D1-66BC82C5249C}"/>
              </a:ext>
            </a:extLst>
          </p:cNvPr>
          <p:cNvCxnSpPr>
            <a:cxnSpLocks/>
          </p:cNvCxnSpPr>
          <p:nvPr/>
        </p:nvCxnSpPr>
        <p:spPr>
          <a:xfrm>
            <a:off x="1587656" y="1202860"/>
            <a:ext cx="0" cy="304804"/>
          </a:xfrm>
          <a:prstGeom prst="line">
            <a:avLst/>
          </a:prstGeom>
          <a:ln>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cxnSp>
        <p:nvCxnSpPr>
          <p:cNvPr id="34" name="Conector reto 33">
            <a:extLst>
              <a:ext uri="{FF2B5EF4-FFF2-40B4-BE49-F238E27FC236}">
                <a16:creationId xmlns:a16="http://schemas.microsoft.com/office/drawing/2014/main" id="{2DC0BE39-CACD-CBEA-FEB8-B8077FD59823}"/>
              </a:ext>
            </a:extLst>
          </p:cNvPr>
          <p:cNvCxnSpPr>
            <a:cxnSpLocks/>
          </p:cNvCxnSpPr>
          <p:nvPr/>
        </p:nvCxnSpPr>
        <p:spPr>
          <a:xfrm>
            <a:off x="3340255" y="2520032"/>
            <a:ext cx="0" cy="304804"/>
          </a:xfrm>
          <a:prstGeom prst="line">
            <a:avLst/>
          </a:prstGeom>
          <a:ln>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cxnSp>
        <p:nvCxnSpPr>
          <p:cNvPr id="35" name="Conector reto 34">
            <a:extLst>
              <a:ext uri="{FF2B5EF4-FFF2-40B4-BE49-F238E27FC236}">
                <a16:creationId xmlns:a16="http://schemas.microsoft.com/office/drawing/2014/main" id="{F15BDDF4-7FA0-604A-F036-9562C98BB5D2}"/>
              </a:ext>
            </a:extLst>
          </p:cNvPr>
          <p:cNvCxnSpPr>
            <a:cxnSpLocks/>
          </p:cNvCxnSpPr>
          <p:nvPr/>
        </p:nvCxnSpPr>
        <p:spPr>
          <a:xfrm>
            <a:off x="3351139" y="3761006"/>
            <a:ext cx="0" cy="304804"/>
          </a:xfrm>
          <a:prstGeom prst="line">
            <a:avLst/>
          </a:prstGeom>
          <a:ln>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cxnSp>
        <p:nvCxnSpPr>
          <p:cNvPr id="36" name="Conector reto 35">
            <a:extLst>
              <a:ext uri="{FF2B5EF4-FFF2-40B4-BE49-F238E27FC236}">
                <a16:creationId xmlns:a16="http://schemas.microsoft.com/office/drawing/2014/main" id="{65B73F7B-7492-07F8-F527-835094A7978A}"/>
              </a:ext>
            </a:extLst>
          </p:cNvPr>
          <p:cNvCxnSpPr>
            <a:cxnSpLocks/>
          </p:cNvCxnSpPr>
          <p:nvPr/>
        </p:nvCxnSpPr>
        <p:spPr>
          <a:xfrm>
            <a:off x="5147282" y="2509159"/>
            <a:ext cx="0" cy="304804"/>
          </a:xfrm>
          <a:prstGeom prst="line">
            <a:avLst/>
          </a:prstGeom>
          <a:ln>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cxnSp>
        <p:nvCxnSpPr>
          <p:cNvPr id="37" name="Conector reto 36">
            <a:extLst>
              <a:ext uri="{FF2B5EF4-FFF2-40B4-BE49-F238E27FC236}">
                <a16:creationId xmlns:a16="http://schemas.microsoft.com/office/drawing/2014/main" id="{7D50AFAB-ECA9-5E00-FAA5-CEBB78B59FE1}"/>
              </a:ext>
            </a:extLst>
          </p:cNvPr>
          <p:cNvCxnSpPr>
            <a:cxnSpLocks/>
          </p:cNvCxnSpPr>
          <p:nvPr/>
        </p:nvCxnSpPr>
        <p:spPr>
          <a:xfrm>
            <a:off x="6910771" y="2509158"/>
            <a:ext cx="0" cy="304804"/>
          </a:xfrm>
          <a:prstGeom prst="line">
            <a:avLst/>
          </a:prstGeom>
          <a:ln>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cxnSp>
        <p:nvCxnSpPr>
          <p:cNvPr id="38" name="Conector reto 37">
            <a:extLst>
              <a:ext uri="{FF2B5EF4-FFF2-40B4-BE49-F238E27FC236}">
                <a16:creationId xmlns:a16="http://schemas.microsoft.com/office/drawing/2014/main" id="{BC20F9D0-9EE0-1BA6-49C3-620E5B54F2EA}"/>
              </a:ext>
            </a:extLst>
          </p:cNvPr>
          <p:cNvCxnSpPr>
            <a:cxnSpLocks/>
          </p:cNvCxnSpPr>
          <p:nvPr/>
        </p:nvCxnSpPr>
        <p:spPr>
          <a:xfrm>
            <a:off x="6921653" y="3706588"/>
            <a:ext cx="0" cy="304804"/>
          </a:xfrm>
          <a:prstGeom prst="line">
            <a:avLst/>
          </a:prstGeom>
          <a:ln>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cxnSp>
        <p:nvCxnSpPr>
          <p:cNvPr id="39" name="Conector reto 38">
            <a:extLst>
              <a:ext uri="{FF2B5EF4-FFF2-40B4-BE49-F238E27FC236}">
                <a16:creationId xmlns:a16="http://schemas.microsoft.com/office/drawing/2014/main" id="{731D3FD9-CAB8-729D-66DB-3AC735DCD454}"/>
              </a:ext>
            </a:extLst>
          </p:cNvPr>
          <p:cNvCxnSpPr>
            <a:cxnSpLocks/>
          </p:cNvCxnSpPr>
          <p:nvPr/>
        </p:nvCxnSpPr>
        <p:spPr>
          <a:xfrm>
            <a:off x="6949132" y="4588330"/>
            <a:ext cx="0" cy="304804"/>
          </a:xfrm>
          <a:prstGeom prst="line">
            <a:avLst/>
          </a:prstGeom>
          <a:ln>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cxnSp>
        <p:nvCxnSpPr>
          <p:cNvPr id="40" name="Conector reto 39">
            <a:extLst>
              <a:ext uri="{FF2B5EF4-FFF2-40B4-BE49-F238E27FC236}">
                <a16:creationId xmlns:a16="http://schemas.microsoft.com/office/drawing/2014/main" id="{B99C2CE5-6E8C-BB2A-8157-FA620C1474EA}"/>
              </a:ext>
            </a:extLst>
          </p:cNvPr>
          <p:cNvCxnSpPr>
            <a:cxnSpLocks/>
          </p:cNvCxnSpPr>
          <p:nvPr/>
        </p:nvCxnSpPr>
        <p:spPr>
          <a:xfrm>
            <a:off x="5163875" y="4577444"/>
            <a:ext cx="0" cy="304804"/>
          </a:xfrm>
          <a:prstGeom prst="line">
            <a:avLst/>
          </a:prstGeom>
          <a:ln>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cxnSp>
        <p:nvCxnSpPr>
          <p:cNvPr id="41" name="Conector reto 40">
            <a:extLst>
              <a:ext uri="{FF2B5EF4-FFF2-40B4-BE49-F238E27FC236}">
                <a16:creationId xmlns:a16="http://schemas.microsoft.com/office/drawing/2014/main" id="{2A7CE08C-1644-E23B-D971-52394BF540BC}"/>
              </a:ext>
            </a:extLst>
          </p:cNvPr>
          <p:cNvCxnSpPr>
            <a:cxnSpLocks/>
          </p:cNvCxnSpPr>
          <p:nvPr/>
        </p:nvCxnSpPr>
        <p:spPr>
          <a:xfrm>
            <a:off x="5158168" y="3728366"/>
            <a:ext cx="0" cy="304804"/>
          </a:xfrm>
          <a:prstGeom prst="line">
            <a:avLst/>
          </a:prstGeom>
          <a:ln>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sp>
        <p:nvSpPr>
          <p:cNvPr id="42" name="Retângulo 41">
            <a:extLst>
              <a:ext uri="{FF2B5EF4-FFF2-40B4-BE49-F238E27FC236}">
                <a16:creationId xmlns:a16="http://schemas.microsoft.com/office/drawing/2014/main" id="{E6C0862F-4C80-170C-6F3F-6A079333E696}"/>
              </a:ext>
            </a:extLst>
          </p:cNvPr>
          <p:cNvSpPr/>
          <p:nvPr/>
        </p:nvSpPr>
        <p:spPr>
          <a:xfrm>
            <a:off x="6316179" y="4898550"/>
            <a:ext cx="1258691" cy="598731"/>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a:solidFill>
                  <a:schemeClr val="tx1"/>
                </a:solidFill>
              </a:rPr>
              <a:t>DIRETOR COMERCIAL</a:t>
            </a:r>
            <a:endParaRPr lang="pt-BR" sz="1200" dirty="0">
              <a:solidFill>
                <a:schemeClr val="tx1"/>
              </a:solidFill>
            </a:endParaRPr>
          </a:p>
        </p:txBody>
      </p:sp>
      <p:cxnSp>
        <p:nvCxnSpPr>
          <p:cNvPr id="43" name="Conector reto 42">
            <a:extLst>
              <a:ext uri="{FF2B5EF4-FFF2-40B4-BE49-F238E27FC236}">
                <a16:creationId xmlns:a16="http://schemas.microsoft.com/office/drawing/2014/main" id="{8E244F1A-E380-B9C6-FA24-AC1C43F8A008}"/>
              </a:ext>
            </a:extLst>
          </p:cNvPr>
          <p:cNvCxnSpPr>
            <a:cxnSpLocks/>
          </p:cNvCxnSpPr>
          <p:nvPr/>
        </p:nvCxnSpPr>
        <p:spPr>
          <a:xfrm>
            <a:off x="6899883" y="5508163"/>
            <a:ext cx="0" cy="304804"/>
          </a:xfrm>
          <a:prstGeom prst="line">
            <a:avLst/>
          </a:prstGeom>
          <a:ln>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sp>
        <p:nvSpPr>
          <p:cNvPr id="4" name="Retângulo 3">
            <a:extLst>
              <a:ext uri="{FF2B5EF4-FFF2-40B4-BE49-F238E27FC236}">
                <a16:creationId xmlns:a16="http://schemas.microsoft.com/office/drawing/2014/main" id="{4D5282DE-DE14-24A3-D467-CF83E5D06920}"/>
              </a:ext>
            </a:extLst>
          </p:cNvPr>
          <p:cNvSpPr/>
          <p:nvPr/>
        </p:nvSpPr>
        <p:spPr>
          <a:xfrm>
            <a:off x="917070" y="4060366"/>
            <a:ext cx="1379562" cy="500746"/>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a:solidFill>
                  <a:schemeClr val="tx1"/>
                </a:solidFill>
              </a:rPr>
              <a:t>REPRESENTANTE</a:t>
            </a:r>
            <a:endParaRPr lang="pt-BR" sz="1200" dirty="0">
              <a:solidFill>
                <a:schemeClr val="tx1"/>
              </a:solidFill>
            </a:endParaRPr>
          </a:p>
        </p:txBody>
      </p:sp>
      <p:cxnSp>
        <p:nvCxnSpPr>
          <p:cNvPr id="7" name="Conector reto 6">
            <a:extLst>
              <a:ext uri="{FF2B5EF4-FFF2-40B4-BE49-F238E27FC236}">
                <a16:creationId xmlns:a16="http://schemas.microsoft.com/office/drawing/2014/main" id="{23A35F5B-D1A2-B9A0-5DE4-7915B7A1F8EB}"/>
              </a:ext>
            </a:extLst>
          </p:cNvPr>
          <p:cNvCxnSpPr>
            <a:cxnSpLocks/>
          </p:cNvCxnSpPr>
          <p:nvPr/>
        </p:nvCxnSpPr>
        <p:spPr>
          <a:xfrm>
            <a:off x="1585059" y="3744679"/>
            <a:ext cx="0" cy="304804"/>
          </a:xfrm>
          <a:prstGeom prst="line">
            <a:avLst/>
          </a:prstGeom>
          <a:ln>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3688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6ED0319-E3CD-061F-71BE-4A350C2FA4F3}"/>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600" b="1" kern="1200">
                <a:solidFill>
                  <a:schemeClr val="tx1"/>
                </a:solidFill>
                <a:latin typeface="+mj-lt"/>
                <a:ea typeface="+mj-ea"/>
                <a:cs typeface="+mj-cs"/>
              </a:rPr>
              <a:t>VERBAS</a:t>
            </a:r>
          </a:p>
        </p:txBody>
      </p:sp>
      <p:sp>
        <p:nvSpPr>
          <p:cNvPr id="25"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Espaço Reservado para Conteúdo 12">
            <a:extLst>
              <a:ext uri="{FF2B5EF4-FFF2-40B4-BE49-F238E27FC236}">
                <a16:creationId xmlns:a16="http://schemas.microsoft.com/office/drawing/2014/main" id="{C7E819D1-853A-512E-991D-A2F1E18A4A5F}"/>
              </a:ext>
            </a:extLst>
          </p:cNvPr>
          <p:cNvPicPr>
            <a:picLocks noGrp="1" noChangeAspect="1"/>
          </p:cNvPicPr>
          <p:nvPr>
            <p:ph idx="1"/>
          </p:nvPr>
        </p:nvPicPr>
        <p:blipFill>
          <a:blip r:embed="rId2"/>
          <a:stretch>
            <a:fillRect/>
          </a:stretch>
        </p:blipFill>
        <p:spPr>
          <a:xfrm>
            <a:off x="5252082" y="640080"/>
            <a:ext cx="6019044" cy="5550408"/>
          </a:xfrm>
          <a:prstGeom prst="rect">
            <a:avLst/>
          </a:prstGeom>
        </p:spPr>
      </p:pic>
    </p:spTree>
    <p:extLst>
      <p:ext uri="{BB962C8B-B14F-4D97-AF65-F5344CB8AC3E}">
        <p14:creationId xmlns:p14="http://schemas.microsoft.com/office/powerpoint/2010/main" val="2276227868"/>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4_Tema do Office">
  <a:themeElements>
    <a:clrScheme name="Emb 2023">
      <a:dk1>
        <a:srgbClr val="7030A0"/>
      </a:dk1>
      <a:lt1>
        <a:srgbClr val="FFFFFF"/>
      </a:lt1>
      <a:dk2>
        <a:srgbClr val="6F3B55"/>
      </a:dk2>
      <a:lt2>
        <a:srgbClr val="E7E6E6"/>
      </a:lt2>
      <a:accent1>
        <a:srgbClr val="7030A0"/>
      </a:accent1>
      <a:accent2>
        <a:srgbClr val="FFC000"/>
      </a:accent2>
      <a:accent3>
        <a:srgbClr val="F357A5"/>
      </a:accent3>
      <a:accent4>
        <a:srgbClr val="D30F71"/>
      </a:accent4>
      <a:accent5>
        <a:srgbClr val="F09438"/>
      </a:accent5>
      <a:accent6>
        <a:srgbClr val="7030A0"/>
      </a:accent6>
      <a:hlink>
        <a:srgbClr val="7030A0"/>
      </a:hlink>
      <a:folHlink>
        <a:srgbClr val="FFC000"/>
      </a:folHlink>
    </a:clrScheme>
    <a:fontScheme name="Emb 2023">
      <a:majorFont>
        <a:latin typeface="Poppins"/>
        <a:ea typeface=""/>
        <a:cs typeface=""/>
      </a:majorFont>
      <a:minorFont>
        <a:latin typeface="Open Sans"/>
        <a:ea typeface=""/>
        <a:cs typeface=""/>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322EC09EC71DF344BDB5FF9374C2EE94" ma:contentTypeVersion="16" ma:contentTypeDescription="Crie um novo documento." ma:contentTypeScope="" ma:versionID="6cbebd7de1058a699e4705222e226c55">
  <xsd:schema xmlns:xsd="http://www.w3.org/2001/XMLSchema" xmlns:xs="http://www.w3.org/2001/XMLSchema" xmlns:p="http://schemas.microsoft.com/office/2006/metadata/properties" xmlns:ns2="e918946f-50a2-43da-82d0-dbb085d5c828" xmlns:ns3="b6ace295-37ca-463d-940c-763b3f330df2" targetNamespace="http://schemas.microsoft.com/office/2006/metadata/properties" ma:root="true" ma:fieldsID="0bab125a4ba2695bb0262a17108bab49" ns2:_="" ns3:_="">
    <xsd:import namespace="e918946f-50a2-43da-82d0-dbb085d5c828"/>
    <xsd:import namespace="b6ace295-37ca-463d-940c-763b3f330df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MediaServiceDateTaken" minOccurs="0"/>
                <xsd:element ref="ns2:MediaLengthInSeconds" minOccurs="0"/>
                <xsd:element ref="ns2:Pessoa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918946f-50a2-43da-82d0-dbb085d5c82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Marcações de imagem" ma:readOnly="false" ma:fieldId="{5cf76f15-5ced-4ddc-b409-7134ff3c332f}" ma:taxonomyMulti="true" ma:sspId="508316aa-e239-4891-8153-bf3eb5e329cf"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Pessoas" ma:index="22" nillable="true" ma:displayName="Pessoas" ma:format="Dropdown" ma:list="UserInfo" ma:SharePointGroup="0" ma:internalName="Pessoas">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6ace295-37ca-463d-940c-763b3f330df2" elementFormDefault="qualified">
    <xsd:import namespace="http://schemas.microsoft.com/office/2006/documentManagement/types"/>
    <xsd:import namespace="http://schemas.microsoft.com/office/infopath/2007/PartnerControls"/>
    <xsd:element name="SharedWithUsers" ma:index="10"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hes de Compartilhado Com" ma:internalName="SharedWithDetails" ma:readOnly="true">
      <xsd:simpleType>
        <xsd:restriction base="dms:Note">
          <xsd:maxLength value="255"/>
        </xsd:restriction>
      </xsd:simpleType>
    </xsd:element>
    <xsd:element name="TaxCatchAll" ma:index="15" nillable="true" ma:displayName="Taxonomy Catch All Column" ma:hidden="true" ma:list="{3b915e07-4575-43d6-9dd7-52f929dae15d}" ma:internalName="TaxCatchAll" ma:showField="CatchAllData" ma:web="b6ace295-37ca-463d-940c-763b3f330df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918946f-50a2-43da-82d0-dbb085d5c828">
      <Terms xmlns="http://schemas.microsoft.com/office/infopath/2007/PartnerControls"/>
    </lcf76f155ced4ddcb4097134ff3c332f>
    <Pessoas xmlns="e918946f-50a2-43da-82d0-dbb085d5c828">
      <UserInfo>
        <DisplayName/>
        <AccountId xsi:nil="true"/>
        <AccountType/>
      </UserInfo>
    </Pessoas>
    <TaxCatchAll xmlns="b6ace295-37ca-463d-940c-763b3f330df2" xsi:nil="true"/>
  </documentManagement>
</p:properties>
</file>

<file path=customXml/itemProps1.xml><?xml version="1.0" encoding="utf-8"?>
<ds:datastoreItem xmlns:ds="http://schemas.openxmlformats.org/officeDocument/2006/customXml" ds:itemID="{7BA347E7-63EF-4F53-8A56-6748B3262E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918946f-50a2-43da-82d0-dbb085d5c828"/>
    <ds:schemaRef ds:uri="b6ace295-37ca-463d-940c-763b3f330d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3DB54E6-941C-4D83-B960-EFEAD4E3EA82}">
  <ds:schemaRefs>
    <ds:schemaRef ds:uri="http://schemas.microsoft.com/sharepoint/v3/contenttype/forms"/>
  </ds:schemaRefs>
</ds:datastoreItem>
</file>

<file path=customXml/itemProps3.xml><?xml version="1.0" encoding="utf-8"?>
<ds:datastoreItem xmlns:ds="http://schemas.openxmlformats.org/officeDocument/2006/customXml" ds:itemID="{E9A23C4F-7CA9-4EBC-9E45-08B753EFFD63}">
  <ds:schemaRefs>
    <ds:schemaRef ds:uri="http://schemas.microsoft.com/office/2006/metadata/properties"/>
    <ds:schemaRef ds:uri="http://schemas.microsoft.com/office/infopath/2007/PartnerControls"/>
    <ds:schemaRef ds:uri="e918946f-50a2-43da-82d0-dbb085d5c828"/>
    <ds:schemaRef ds:uri="http://www.w3.org/XML/1998/namespace"/>
    <ds:schemaRef ds:uri="http://purl.org/dc/terms/"/>
    <ds:schemaRef ds:uri="b6ace295-37ca-463d-940c-763b3f330df2"/>
    <ds:schemaRef ds:uri="http://schemas.microsoft.com/office/2006/documentManagement/types"/>
    <ds:schemaRef ds:uri="http://schemas.openxmlformats.org/package/2006/metadata/core-properties"/>
    <ds:schemaRef ds:uri="http://purl.org/dc/dcmitype/"/>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3566</TotalTime>
  <Words>768</Words>
  <Application>Microsoft Office PowerPoint</Application>
  <PresentationFormat>Widescreen</PresentationFormat>
  <Paragraphs>128</Paragraphs>
  <Slides>8</Slides>
  <Notes>2</Notes>
  <HiddenSlides>0</HiddenSlides>
  <MMClips>0</MMClips>
  <ScaleCrop>false</ScaleCrop>
  <HeadingPairs>
    <vt:vector size="6" baseType="variant">
      <vt:variant>
        <vt:lpstr>Fontes usadas</vt:lpstr>
      </vt:variant>
      <vt:variant>
        <vt:i4>9</vt:i4>
      </vt:variant>
      <vt:variant>
        <vt:lpstr>Tema</vt:lpstr>
      </vt:variant>
      <vt:variant>
        <vt:i4>2</vt:i4>
      </vt:variant>
      <vt:variant>
        <vt:lpstr>Títulos de slides</vt:lpstr>
      </vt:variant>
      <vt:variant>
        <vt:i4>8</vt:i4>
      </vt:variant>
    </vt:vector>
  </HeadingPairs>
  <TitlesOfParts>
    <vt:vector size="19" baseType="lpstr">
      <vt:lpstr>Aharoni</vt:lpstr>
      <vt:lpstr>Aptos</vt:lpstr>
      <vt:lpstr>Aptos Display</vt:lpstr>
      <vt:lpstr>Aptos,Sans-Serif</vt:lpstr>
      <vt:lpstr>Arial</vt:lpstr>
      <vt:lpstr>Calibri</vt:lpstr>
      <vt:lpstr>Impact</vt:lpstr>
      <vt:lpstr>Open Sans</vt:lpstr>
      <vt:lpstr>Poppins</vt:lpstr>
      <vt:lpstr>Tema do Office</vt:lpstr>
      <vt:lpstr>4_Tema do Office</vt:lpstr>
      <vt:lpstr>Adm.Vendas_Março26</vt:lpstr>
      <vt:lpstr>Apresentação do PowerPoint</vt:lpstr>
      <vt:lpstr>Apresentação do PowerPoint</vt:lpstr>
      <vt:lpstr>Apresentação do PowerPoint</vt:lpstr>
      <vt:lpstr>Apresentação do PowerPoint</vt:lpstr>
      <vt:lpstr>Apresentação do PowerPoint</vt:lpstr>
      <vt:lpstr>Apresentação do PowerPoint</vt:lpstr>
      <vt:lpstr>VERBAS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Camila Vaz Freire da Costa</dc:creator>
  <cp:lastModifiedBy>Sandra Irene</cp:lastModifiedBy>
  <cp:revision>88</cp:revision>
  <dcterms:created xsi:type="dcterms:W3CDTF">2025-06-16T14:13:28Z</dcterms:created>
  <dcterms:modified xsi:type="dcterms:W3CDTF">2026-04-23T01:06:09Z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0x010100322EC09EC71DF344BDB5FF9374C2EE94</vt:lpwstr>
  </property>
  <property fmtid="{D5CDD505-2E9C-101B-9397-08002B2CF9AE}" pid="3" name="MediaServiceImageTags">
    <vt:lpwstr/>
  </property>
</Properties>
</file>